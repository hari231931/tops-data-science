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84" r:id="rId24"/>
    <p:sldId id="279" r:id="rId25"/>
    <p:sldId id="280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D5B19-B67D-609C-B8B6-4EAEB8342444}" v="879" dt="2025-11-04T14:46:22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mik Patel" userId="11b69211d8d74dad" providerId="Windows Live" clId="Web-{E8ED5B19-B67D-609C-B8B6-4EAEB8342444}"/>
    <pc:docChg chg="addSld delSld modSld sldOrd addSection delSection modSection">
      <pc:chgData name="Dharmik Patel" userId="11b69211d8d74dad" providerId="Windows Live" clId="Web-{E8ED5B19-B67D-609C-B8B6-4EAEB8342444}" dt="2025-11-04T14:46:22.340" v="655" actId="1076"/>
      <pc:docMkLst>
        <pc:docMk/>
      </pc:docMkLst>
      <pc:sldChg chg="addSp delSp modSp add del">
        <pc:chgData name="Dharmik Patel" userId="11b69211d8d74dad" providerId="Windows Live" clId="Web-{E8ED5B19-B67D-609C-B8B6-4EAEB8342444}" dt="2025-11-04T14:09:23.829" v="301"/>
        <pc:sldMkLst>
          <pc:docMk/>
          <pc:sldMk cId="109857222" sldId="256"/>
        </pc:sldMkLst>
        <pc:spChg chg="del">
          <ac:chgData name="Dharmik Patel" userId="11b69211d8d74dad" providerId="Windows Live" clId="Web-{E8ED5B19-B67D-609C-B8B6-4EAEB8342444}" dt="2025-11-04T13:52:53.825" v="9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Dharmik Patel" userId="11b69211d8d74dad" providerId="Windows Live" clId="Web-{E8ED5B19-B67D-609C-B8B6-4EAEB8342444}" dt="2025-11-04T13:52:55.653" v="1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Dharmik Patel" userId="11b69211d8d74dad" providerId="Windows Live" clId="Web-{E8ED5B19-B67D-609C-B8B6-4EAEB8342444}" dt="2025-11-04T13:52:57.512" v="11"/>
          <ac:spMkLst>
            <pc:docMk/>
            <pc:sldMk cId="109857222" sldId="256"/>
            <ac:spMk id="4" creationId="{38E5469B-272E-FF62-80F2-F140E242E812}"/>
          </ac:spMkLst>
        </pc:spChg>
        <pc:spChg chg="add">
          <ac:chgData name="Dharmik Patel" userId="11b69211d8d74dad" providerId="Windows Live" clId="Web-{E8ED5B19-B67D-609C-B8B6-4EAEB8342444}" dt="2025-11-04T13:53:05.700" v="12"/>
          <ac:spMkLst>
            <pc:docMk/>
            <pc:sldMk cId="109857222" sldId="256"/>
            <ac:spMk id="5" creationId="{1D5D6B51-C46F-9A67-416D-37284469C4E4}"/>
          </ac:spMkLst>
        </pc:spChg>
        <pc:spChg chg="add mod">
          <ac:chgData name="Dharmik Patel" userId="11b69211d8d74dad" providerId="Windows Live" clId="Web-{E8ED5B19-B67D-609C-B8B6-4EAEB8342444}" dt="2025-11-04T13:56:44.152" v="35" actId="20577"/>
          <ac:spMkLst>
            <pc:docMk/>
            <pc:sldMk cId="109857222" sldId="256"/>
            <ac:spMk id="6" creationId="{29B88647-5DC1-CC5C-5613-6418F080F122}"/>
          </ac:spMkLst>
        </pc:spChg>
      </pc:sldChg>
      <pc:sldChg chg="modSp add del ord">
        <pc:chgData name="Dharmik Patel" userId="11b69211d8d74dad" providerId="Windows Live" clId="Web-{E8ED5B19-B67D-609C-B8B6-4EAEB8342444}" dt="2025-11-04T14:09:23.814" v="300"/>
        <pc:sldMkLst>
          <pc:docMk/>
          <pc:sldMk cId="3400075105" sldId="257"/>
        </pc:sldMkLst>
        <pc:spChg chg="mod">
          <ac:chgData name="Dharmik Patel" userId="11b69211d8d74dad" providerId="Windows Live" clId="Web-{E8ED5B19-B67D-609C-B8B6-4EAEB8342444}" dt="2025-11-04T13:52:21.449" v="8" actId="20577"/>
          <ac:spMkLst>
            <pc:docMk/>
            <pc:sldMk cId="3400075105" sldId="257"/>
            <ac:spMk id="2" creationId="{00000000-0000-0000-0000-000000000000}"/>
          </ac:spMkLst>
        </pc:spChg>
      </pc:sldChg>
      <pc:sldChg chg="addSp delSp modSp add del replId">
        <pc:chgData name="Dharmik Patel" userId="11b69211d8d74dad" providerId="Windows Live" clId="Web-{E8ED5B19-B67D-609C-B8B6-4EAEB8342444}" dt="2025-11-04T14:45:42.168" v="645" actId="1076"/>
        <pc:sldMkLst>
          <pc:docMk/>
          <pc:sldMk cId="364588027" sldId="258"/>
        </pc:sldMkLst>
        <pc:spChg chg="add">
          <ac:chgData name="Dharmik Patel" userId="11b69211d8d74dad" providerId="Windows Live" clId="Web-{E8ED5B19-B67D-609C-B8B6-4EAEB8342444}" dt="2025-11-04T13:55:01.654" v="30"/>
          <ac:spMkLst>
            <pc:docMk/>
            <pc:sldMk cId="364588027" sldId="258"/>
            <ac:spMk id="2" creationId="{5EC6D19E-16A7-7260-511A-96A798B88928}"/>
          </ac:spMkLst>
        </pc:spChg>
        <pc:spChg chg="add mod">
          <ac:chgData name="Dharmik Patel" userId="11b69211d8d74dad" providerId="Windows Live" clId="Web-{E8ED5B19-B67D-609C-B8B6-4EAEB8342444}" dt="2025-11-04T14:15:31.007" v="423" actId="20577"/>
          <ac:spMkLst>
            <pc:docMk/>
            <pc:sldMk cId="364588027" sldId="258"/>
            <ac:spMk id="3" creationId="{237CCEA1-D77A-24D4-4FB6-683AC5F587C9}"/>
          </ac:spMkLst>
        </pc:spChg>
        <pc:spChg chg="del mod">
          <ac:chgData name="Dharmik Patel" userId="11b69211d8d74dad" providerId="Windows Live" clId="Web-{E8ED5B19-B67D-609C-B8B6-4EAEB8342444}" dt="2025-11-04T13:54:16.279" v="20"/>
          <ac:spMkLst>
            <pc:docMk/>
            <pc:sldMk cId="364588027" sldId="258"/>
            <ac:spMk id="4" creationId="{00000000-0000-0000-0000-000000000000}"/>
          </ac:spMkLst>
        </pc:spChg>
        <pc:spChg chg="del">
          <ac:chgData name="Dharmik Patel" userId="11b69211d8d74dad" providerId="Windows Live" clId="Web-{E8ED5B19-B67D-609C-B8B6-4EAEB8342444}" dt="2025-11-04T13:54:56.248" v="29"/>
          <ac:spMkLst>
            <pc:docMk/>
            <pc:sldMk cId="364588027" sldId="258"/>
            <ac:spMk id="4" creationId="{9188D02E-A518-F575-6E69-2B97FE2C27B6}"/>
          </ac:spMkLst>
        </pc:spChg>
        <pc:spChg chg="del">
          <ac:chgData name="Dharmik Patel" userId="11b69211d8d74dad" providerId="Windows Live" clId="Web-{E8ED5B19-B67D-609C-B8B6-4EAEB8342444}" dt="2025-11-04T13:54:56.248" v="28"/>
          <ac:spMkLst>
            <pc:docMk/>
            <pc:sldMk cId="364588027" sldId="258"/>
            <ac:spMk id="5" creationId="{D3C5977E-7834-BD20-64DB-702092F4BB53}"/>
          </ac:spMkLst>
        </pc:spChg>
        <pc:spChg chg="del">
          <ac:chgData name="Dharmik Patel" userId="11b69211d8d74dad" providerId="Windows Live" clId="Web-{E8ED5B19-B67D-609C-B8B6-4EAEB8342444}" dt="2025-11-04T13:54:56.248" v="27"/>
          <ac:spMkLst>
            <pc:docMk/>
            <pc:sldMk cId="364588027" sldId="258"/>
            <ac:spMk id="6" creationId="{49B4B5DD-A50F-EFB8-96AB-3E504A8BC40D}"/>
          </ac:spMkLst>
        </pc:spChg>
        <pc:spChg chg="add mod">
          <ac:chgData name="Dharmik Patel" userId="11b69211d8d74dad" providerId="Windows Live" clId="Web-{E8ED5B19-B67D-609C-B8B6-4EAEB8342444}" dt="2025-11-04T14:14:04.156" v="391" actId="20577"/>
          <ac:spMkLst>
            <pc:docMk/>
            <pc:sldMk cId="364588027" sldId="258"/>
            <ac:spMk id="7" creationId="{E507678E-85F3-0EB2-33B7-37A6B8EF138C}"/>
          </ac:spMkLst>
        </pc:spChg>
        <pc:spChg chg="add del mod">
          <ac:chgData name="Dharmik Patel" userId="11b69211d8d74dad" providerId="Windows Live" clId="Web-{E8ED5B19-B67D-609C-B8B6-4EAEB8342444}" dt="2025-11-04T13:54:22.638" v="21"/>
          <ac:spMkLst>
            <pc:docMk/>
            <pc:sldMk cId="364588027" sldId="258"/>
            <ac:spMk id="8" creationId="{0FC3ED2F-D02F-7948-A457-381FD2A721AA}"/>
          </ac:spMkLst>
        </pc:spChg>
        <pc:spChg chg="add">
          <ac:chgData name="Dharmik Patel" userId="11b69211d8d74dad" providerId="Windows Live" clId="Web-{E8ED5B19-B67D-609C-B8B6-4EAEB8342444}" dt="2025-11-04T13:54:24.544" v="22"/>
          <ac:spMkLst>
            <pc:docMk/>
            <pc:sldMk cId="364588027" sldId="258"/>
            <ac:spMk id="9" creationId="{159FD244-7346-9BB9-C9EE-653C91028B06}"/>
          </ac:spMkLst>
        </pc:spChg>
        <pc:picChg chg="add mod">
          <ac:chgData name="Dharmik Patel" userId="11b69211d8d74dad" providerId="Windows Live" clId="Web-{E8ED5B19-B67D-609C-B8B6-4EAEB8342444}" dt="2025-11-04T14:45:42.168" v="645" actId="1076"/>
          <ac:picMkLst>
            <pc:docMk/>
            <pc:sldMk cId="364588027" sldId="258"/>
            <ac:picMk id="9" creationId="{4A2518BD-EC35-7A99-7160-7526E4659B11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09:23.892" v="303"/>
        <pc:sldMkLst>
          <pc:docMk/>
          <pc:sldMk cId="3214910918" sldId="259"/>
        </pc:sldMkLst>
        <pc:spChg chg="del">
          <ac:chgData name="Dharmik Patel" userId="11b69211d8d74dad" providerId="Windows Live" clId="Web-{E8ED5B19-B67D-609C-B8B6-4EAEB8342444}" dt="2025-11-04T13:57:05.295" v="39"/>
          <ac:spMkLst>
            <pc:docMk/>
            <pc:sldMk cId="3214910918" sldId="259"/>
            <ac:spMk id="2" creationId="{9BDC08D7-333A-1697-F917-5CD1B18B02DC}"/>
          </ac:spMkLst>
        </pc:spChg>
        <pc:spChg chg="del">
          <ac:chgData name="Dharmik Patel" userId="11b69211d8d74dad" providerId="Windows Live" clId="Web-{E8ED5B19-B67D-609C-B8B6-4EAEB8342444}" dt="2025-11-04T13:57:05.295" v="38"/>
          <ac:spMkLst>
            <pc:docMk/>
            <pc:sldMk cId="3214910918" sldId="259"/>
            <ac:spMk id="3" creationId="{27189231-DC14-70C2-583E-BB2D758A4B18}"/>
          </ac:spMkLst>
        </pc:spChg>
        <pc:spChg chg="add mod">
          <ac:chgData name="Dharmik Patel" userId="11b69211d8d74dad" providerId="Windows Live" clId="Web-{E8ED5B19-B67D-609C-B8B6-4EAEB8342444}" dt="2025-11-04T13:57:37.627" v="55" actId="20577"/>
          <ac:spMkLst>
            <pc:docMk/>
            <pc:sldMk cId="3214910918" sldId="259"/>
            <ac:spMk id="4" creationId="{470E1282-F7BF-D0BA-8A1C-D98419E4611D}"/>
          </ac:spMkLst>
        </pc:spChg>
        <pc:spChg chg="add">
          <ac:chgData name="Dharmik Patel" userId="11b69211d8d74dad" providerId="Windows Live" clId="Web-{E8ED5B19-B67D-609C-B8B6-4EAEB8342444}" dt="2025-11-04T13:57:16.296" v="40"/>
          <ac:spMkLst>
            <pc:docMk/>
            <pc:sldMk cId="3214910918" sldId="259"/>
            <ac:spMk id="5" creationId="{019E5F84-C50F-E126-4178-67896AF43F00}"/>
          </ac:spMkLst>
        </pc:spChg>
        <pc:spChg chg="add del">
          <ac:chgData name="Dharmik Patel" userId="11b69211d8d74dad" providerId="Windows Live" clId="Web-{E8ED5B19-B67D-609C-B8B6-4EAEB8342444}" dt="2025-11-04T13:57:45.487" v="57"/>
          <ac:spMkLst>
            <pc:docMk/>
            <pc:sldMk cId="3214910918" sldId="259"/>
            <ac:spMk id="6" creationId="{D91FF7D5-B891-DFA6-3B14-4DFADF22896E}"/>
          </ac:spMkLst>
        </pc:spChg>
        <pc:spChg chg="del">
          <ac:chgData name="Dharmik Patel" userId="11b69211d8d74dad" providerId="Windows Live" clId="Web-{E8ED5B19-B67D-609C-B8B6-4EAEB8342444}" dt="2025-11-04T13:57:05.295" v="37"/>
          <ac:spMkLst>
            <pc:docMk/>
            <pc:sldMk cId="3214910918" sldId="259"/>
            <ac:spMk id="7" creationId="{2A6FED63-218C-93E7-AAE9-B5BF84979A8F}"/>
          </ac:spMkLst>
        </pc:spChg>
        <pc:spChg chg="add del">
          <ac:chgData name="Dharmik Patel" userId="11b69211d8d74dad" providerId="Windows Live" clId="Web-{E8ED5B19-B67D-609C-B8B6-4EAEB8342444}" dt="2025-11-04T13:57:45.487" v="57"/>
          <ac:spMkLst>
            <pc:docMk/>
            <pc:sldMk cId="3214910918" sldId="259"/>
            <ac:spMk id="8" creationId="{D4A453CC-B125-110B-D5FB-B9B76DD1147B}"/>
          </ac:spMkLst>
        </pc:spChg>
      </pc:sldChg>
      <pc:sldChg chg="addSp delSp modSp add del replId">
        <pc:chgData name="Dharmik Patel" userId="11b69211d8d74dad" providerId="Windows Live" clId="Web-{E8ED5B19-B67D-609C-B8B6-4EAEB8342444}" dt="2025-11-04T14:46:22.340" v="655" actId="1076"/>
        <pc:sldMkLst>
          <pc:docMk/>
          <pc:sldMk cId="982217926" sldId="260"/>
        </pc:sldMkLst>
        <pc:spChg chg="add del">
          <ac:chgData name="Dharmik Patel" userId="11b69211d8d74dad" providerId="Windows Live" clId="Web-{E8ED5B19-B67D-609C-B8B6-4EAEB8342444}" dt="2025-11-04T13:59:11.182" v="69"/>
          <ac:spMkLst>
            <pc:docMk/>
            <pc:sldMk cId="982217926" sldId="260"/>
            <ac:spMk id="2" creationId="{48980287-46FC-DF33-05D3-C9F4E62CEE0C}"/>
          </ac:spMkLst>
        </pc:spChg>
        <pc:spChg chg="add del">
          <ac:chgData name="Dharmik Patel" userId="11b69211d8d74dad" providerId="Windows Live" clId="Web-{E8ED5B19-B67D-609C-B8B6-4EAEB8342444}" dt="2025-11-04T13:59:15.917" v="71"/>
          <ac:spMkLst>
            <pc:docMk/>
            <pc:sldMk cId="982217926" sldId="260"/>
            <ac:spMk id="4" creationId="{20462674-176C-97AA-9075-1041C4F4C8DF}"/>
          </ac:spMkLst>
        </pc:spChg>
        <pc:spChg chg="add">
          <ac:chgData name="Dharmik Patel" userId="11b69211d8d74dad" providerId="Windows Live" clId="Web-{E8ED5B19-B67D-609C-B8B6-4EAEB8342444}" dt="2025-11-04T13:59:26.293" v="72"/>
          <ac:spMkLst>
            <pc:docMk/>
            <pc:sldMk cId="982217926" sldId="260"/>
            <ac:spMk id="7" creationId="{7011CBA3-CC93-BACB-3526-47C53AECA0AF}"/>
          </ac:spMkLst>
        </pc:spChg>
        <pc:spChg chg="add mod">
          <ac:chgData name="Dharmik Patel" userId="11b69211d8d74dad" providerId="Windows Live" clId="Web-{E8ED5B19-B67D-609C-B8B6-4EAEB8342444}" dt="2025-11-04T14:02:32.647" v="97" actId="14100"/>
          <ac:spMkLst>
            <pc:docMk/>
            <pc:sldMk cId="982217926" sldId="260"/>
            <ac:spMk id="9" creationId="{8457056E-1D7A-DCCB-BF4E-3575F96FCB34}"/>
          </ac:spMkLst>
        </pc:spChg>
        <pc:picChg chg="add del mod">
          <ac:chgData name="Dharmik Patel" userId="11b69211d8d74dad" providerId="Windows Live" clId="Web-{E8ED5B19-B67D-609C-B8B6-4EAEB8342444}" dt="2025-11-04T13:59:11.073" v="68"/>
          <ac:picMkLst>
            <pc:docMk/>
            <pc:sldMk cId="982217926" sldId="260"/>
            <ac:picMk id="3" creationId="{F12E86A3-85D6-F55F-BCBD-08813CEC338B}"/>
          </ac:picMkLst>
        </pc:picChg>
        <pc:picChg chg="add del mod">
          <ac:chgData name="Dharmik Patel" userId="11b69211d8d74dad" providerId="Windows Live" clId="Web-{E8ED5B19-B67D-609C-B8B6-4EAEB8342444}" dt="2025-11-04T13:59:08.807" v="65"/>
          <ac:picMkLst>
            <pc:docMk/>
            <pc:sldMk cId="982217926" sldId="260"/>
            <ac:picMk id="6" creationId="{51214A69-3948-6E4C-3D67-42CE656FD6E8}"/>
          </ac:picMkLst>
        </pc:picChg>
        <pc:picChg chg="add del mod">
          <ac:chgData name="Dharmik Patel" userId="11b69211d8d74dad" providerId="Windows Live" clId="Web-{E8ED5B19-B67D-609C-B8B6-4EAEB8342444}" dt="2025-11-04T14:00:41.579" v="77"/>
          <ac:picMkLst>
            <pc:docMk/>
            <pc:sldMk cId="982217926" sldId="260"/>
            <ac:picMk id="8" creationId="{7F4CF2E0-0859-8EF4-88C0-39D2C5C971CB}"/>
          </ac:picMkLst>
        </pc:picChg>
        <pc:picChg chg="add del mod">
          <ac:chgData name="Dharmik Patel" userId="11b69211d8d74dad" providerId="Windows Live" clId="Web-{E8ED5B19-B67D-609C-B8B6-4EAEB8342444}" dt="2025-11-04T14:03:13.242" v="105"/>
          <ac:picMkLst>
            <pc:docMk/>
            <pc:sldMk cId="982217926" sldId="260"/>
            <ac:picMk id="10" creationId="{9AE4292E-B7E8-C698-269D-7662C9BCE1B1}"/>
          </ac:picMkLst>
        </pc:picChg>
        <pc:picChg chg="add mod">
          <ac:chgData name="Dharmik Patel" userId="11b69211d8d74dad" providerId="Windows Live" clId="Web-{E8ED5B19-B67D-609C-B8B6-4EAEB8342444}" dt="2025-11-04T14:46:22.340" v="655" actId="1076"/>
          <ac:picMkLst>
            <pc:docMk/>
            <pc:sldMk cId="982217926" sldId="260"/>
            <ac:picMk id="11" creationId="{B35A3806-440A-760B-5967-8D1303D29E56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09:23.970" v="305"/>
        <pc:sldMkLst>
          <pc:docMk/>
          <pc:sldMk cId="3423174537" sldId="261"/>
        </pc:sldMkLst>
        <pc:spChg chg="add">
          <ac:chgData name="Dharmik Patel" userId="11b69211d8d74dad" providerId="Windows Live" clId="Web-{E8ED5B19-B67D-609C-B8B6-4EAEB8342444}" dt="2025-11-04T14:05:30.262" v="115"/>
          <ac:spMkLst>
            <pc:docMk/>
            <pc:sldMk cId="3423174537" sldId="261"/>
            <ac:spMk id="2" creationId="{317A413F-AF7F-5D0E-898B-598FA3C7177C}"/>
          </ac:spMkLst>
        </pc:spChg>
        <pc:spChg chg="add del">
          <ac:chgData name="Dharmik Patel" userId="11b69211d8d74dad" providerId="Windows Live" clId="Web-{E8ED5B19-B67D-609C-B8B6-4EAEB8342444}" dt="2025-11-04T14:05:43.138" v="117"/>
          <ac:spMkLst>
            <pc:docMk/>
            <pc:sldMk cId="3423174537" sldId="261"/>
            <ac:spMk id="3" creationId="{1C5C2DC2-280E-5ACC-346D-48DF68AACA89}"/>
          </ac:spMkLst>
        </pc:spChg>
        <pc:spChg chg="del">
          <ac:chgData name="Dharmik Patel" userId="11b69211d8d74dad" providerId="Windows Live" clId="Web-{E8ED5B19-B67D-609C-B8B6-4EAEB8342444}" dt="2025-11-04T14:05:22.465" v="114"/>
          <ac:spMkLst>
            <pc:docMk/>
            <pc:sldMk cId="3423174537" sldId="261"/>
            <ac:spMk id="5" creationId="{754ED20B-BFB2-F343-7427-098E9BFDEDC1}"/>
          </ac:spMkLst>
        </pc:spChg>
        <pc:spChg chg="del">
          <ac:chgData name="Dharmik Patel" userId="11b69211d8d74dad" providerId="Windows Live" clId="Web-{E8ED5B19-B67D-609C-B8B6-4EAEB8342444}" dt="2025-11-04T14:05:22.465" v="113"/>
          <ac:spMkLst>
            <pc:docMk/>
            <pc:sldMk cId="3423174537" sldId="261"/>
            <ac:spMk id="7" creationId="{6B7732DC-F089-E092-6A7A-ADB20F669B3A}"/>
          </ac:spMkLst>
        </pc:spChg>
        <pc:spChg chg="del">
          <ac:chgData name="Dharmik Patel" userId="11b69211d8d74dad" providerId="Windows Live" clId="Web-{E8ED5B19-B67D-609C-B8B6-4EAEB8342444}" dt="2025-11-04T14:05:22.465" v="112"/>
          <ac:spMkLst>
            <pc:docMk/>
            <pc:sldMk cId="3423174537" sldId="261"/>
            <ac:spMk id="9" creationId="{2A3DEF52-C6BD-AF72-6490-891D6933B422}"/>
          </ac:spMkLst>
        </pc:spChg>
        <pc:picChg chg="del">
          <ac:chgData name="Dharmik Patel" userId="11b69211d8d74dad" providerId="Windows Live" clId="Web-{E8ED5B19-B67D-609C-B8B6-4EAEB8342444}" dt="2025-11-04T14:05:22.465" v="111"/>
          <ac:picMkLst>
            <pc:docMk/>
            <pc:sldMk cId="3423174537" sldId="261"/>
            <ac:picMk id="11" creationId="{DC746ADF-71A0-17CF-BCD6-3FE3A1FC6C8A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17:23.186" v="526" actId="1076"/>
        <pc:sldMkLst>
          <pc:docMk/>
          <pc:sldMk cId="240230558" sldId="262"/>
        </pc:sldMkLst>
        <pc:spChg chg="del">
          <ac:chgData name="Dharmik Patel" userId="11b69211d8d74dad" providerId="Windows Live" clId="Web-{E8ED5B19-B67D-609C-B8B6-4EAEB8342444}" dt="2025-11-04T14:05:53.497" v="119"/>
          <ac:spMkLst>
            <pc:docMk/>
            <pc:sldMk cId="240230558" sldId="262"/>
            <ac:spMk id="2" creationId="{A2EE3C9C-F8FC-6BA8-C2F4-B195E1C30527}"/>
          </ac:spMkLst>
        </pc:spChg>
        <pc:spChg chg="add">
          <ac:chgData name="Dharmik Patel" userId="11b69211d8d74dad" providerId="Windows Live" clId="Web-{E8ED5B19-B67D-609C-B8B6-4EAEB8342444}" dt="2025-11-04T14:05:58.685" v="120"/>
          <ac:spMkLst>
            <pc:docMk/>
            <pc:sldMk cId="240230558" sldId="262"/>
            <ac:spMk id="4" creationId="{8E9D0E3F-9DFC-F4FA-F6D4-E7E4D75FE67A}"/>
          </ac:spMkLst>
        </pc:spChg>
        <pc:spChg chg="add">
          <ac:chgData name="Dharmik Patel" userId="11b69211d8d74dad" providerId="Windows Live" clId="Web-{E8ED5B19-B67D-609C-B8B6-4EAEB8342444}" dt="2025-11-04T14:05:58.685" v="120"/>
          <ac:spMkLst>
            <pc:docMk/>
            <pc:sldMk cId="240230558" sldId="262"/>
            <ac:spMk id="5" creationId="{1FE2F4E3-EA38-70B3-67C4-CAE3639316AF}"/>
          </ac:spMkLst>
        </pc:spChg>
        <pc:spChg chg="add del">
          <ac:chgData name="Dharmik Patel" userId="11b69211d8d74dad" providerId="Windows Live" clId="Web-{E8ED5B19-B67D-609C-B8B6-4EAEB8342444}" dt="2025-11-04T14:17:19.139" v="525"/>
          <ac:spMkLst>
            <pc:docMk/>
            <pc:sldMk cId="240230558" sldId="262"/>
            <ac:spMk id="6" creationId="{7230D07A-6E70-4B28-762E-472820A17899}"/>
          </ac:spMkLst>
        </pc:spChg>
        <pc:spChg chg="add">
          <ac:chgData name="Dharmik Patel" userId="11b69211d8d74dad" providerId="Windows Live" clId="Web-{E8ED5B19-B67D-609C-B8B6-4EAEB8342444}" dt="2025-11-04T14:05:58.685" v="120"/>
          <ac:spMkLst>
            <pc:docMk/>
            <pc:sldMk cId="240230558" sldId="262"/>
            <ac:spMk id="7" creationId="{6E6A6F05-1594-8EDD-CF59-DA4631F5FC3B}"/>
          </ac:spMkLst>
        </pc:spChg>
        <pc:spChg chg="add">
          <ac:chgData name="Dharmik Patel" userId="11b69211d8d74dad" providerId="Windows Live" clId="Web-{E8ED5B19-B67D-609C-B8B6-4EAEB8342444}" dt="2025-11-04T14:06:09.263" v="121"/>
          <ac:spMkLst>
            <pc:docMk/>
            <pc:sldMk cId="240230558" sldId="262"/>
            <ac:spMk id="9" creationId="{71FC6D33-B0D9-E61D-4488-BEE5DB053245}"/>
          </ac:spMkLst>
        </pc:spChg>
        <pc:spChg chg="add">
          <ac:chgData name="Dharmik Patel" userId="11b69211d8d74dad" providerId="Windows Live" clId="Web-{E8ED5B19-B67D-609C-B8B6-4EAEB8342444}" dt="2025-11-04T14:06:09.263" v="121"/>
          <ac:spMkLst>
            <pc:docMk/>
            <pc:sldMk cId="240230558" sldId="262"/>
            <ac:spMk id="10" creationId="{8E906629-0A51-38A2-903F-55463ACE2C96}"/>
          </ac:spMkLst>
        </pc:spChg>
        <pc:spChg chg="add del mod">
          <ac:chgData name="Dharmik Patel" userId="11b69211d8d74dad" providerId="Windows Live" clId="Web-{E8ED5B19-B67D-609C-B8B6-4EAEB8342444}" dt="2025-11-04T14:17:16.201" v="524"/>
          <ac:spMkLst>
            <pc:docMk/>
            <pc:sldMk cId="240230558" sldId="262"/>
            <ac:spMk id="11" creationId="{094F609D-63DA-1991-D4E8-C8751B47550A}"/>
          </ac:spMkLst>
        </pc:spChg>
        <pc:spChg chg="add">
          <ac:chgData name="Dharmik Patel" userId="11b69211d8d74dad" providerId="Windows Live" clId="Web-{E8ED5B19-B67D-609C-B8B6-4EAEB8342444}" dt="2025-11-04T14:06:09.263" v="121"/>
          <ac:spMkLst>
            <pc:docMk/>
            <pc:sldMk cId="240230558" sldId="262"/>
            <ac:spMk id="12" creationId="{25211EBC-0E1E-02B3-9F1E-3E697BA84B45}"/>
          </ac:spMkLst>
        </pc:spChg>
        <pc:spChg chg="add mod">
          <ac:chgData name="Dharmik Patel" userId="11b69211d8d74dad" providerId="Windows Live" clId="Web-{E8ED5B19-B67D-609C-B8B6-4EAEB8342444}" dt="2025-11-04T14:17:23.186" v="526" actId="1076"/>
          <ac:spMkLst>
            <pc:docMk/>
            <pc:sldMk cId="240230558" sldId="262"/>
            <ac:spMk id="14" creationId="{72F7458A-D6D0-F529-C88B-E2BA97643F78}"/>
          </ac:spMkLst>
        </pc:spChg>
        <pc:picChg chg="add">
          <ac:chgData name="Dharmik Patel" userId="11b69211d8d74dad" providerId="Windows Live" clId="Web-{E8ED5B19-B67D-609C-B8B6-4EAEB8342444}" dt="2025-11-04T14:05:58.685" v="120"/>
          <ac:picMkLst>
            <pc:docMk/>
            <pc:sldMk cId="240230558" sldId="262"/>
            <ac:picMk id="3" creationId="{FF5C3518-C316-A19E-7BE5-82BA0B05B9B4}"/>
          </ac:picMkLst>
        </pc:picChg>
        <pc:picChg chg="add">
          <ac:chgData name="Dharmik Patel" userId="11b69211d8d74dad" providerId="Windows Live" clId="Web-{E8ED5B19-B67D-609C-B8B6-4EAEB8342444}" dt="2025-11-04T14:06:09.263" v="121"/>
          <ac:picMkLst>
            <pc:docMk/>
            <pc:sldMk cId="240230558" sldId="262"/>
            <ac:picMk id="8" creationId="{DBB6B573-2CDB-9D30-A84E-78A01182DE88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44:52.089" v="637" actId="14100"/>
        <pc:sldMkLst>
          <pc:docMk/>
          <pc:sldMk cId="3918461302" sldId="263"/>
        </pc:sldMkLst>
        <pc:spChg chg="del">
          <ac:chgData name="Dharmik Patel" userId="11b69211d8d74dad" providerId="Windows Live" clId="Web-{E8ED5B19-B67D-609C-B8B6-4EAEB8342444}" dt="2025-11-04T14:06:22.732" v="131"/>
          <ac:spMkLst>
            <pc:docMk/>
            <pc:sldMk cId="3918461302" sldId="263"/>
            <ac:spMk id="4" creationId="{B9EF7983-1913-BF47-F6A1-3E1126C641B9}"/>
          </ac:spMkLst>
        </pc:spChg>
        <pc:spChg chg="del">
          <ac:chgData name="Dharmik Patel" userId="11b69211d8d74dad" providerId="Windows Live" clId="Web-{E8ED5B19-B67D-609C-B8B6-4EAEB8342444}" dt="2025-11-04T14:06:22.732" v="130"/>
          <ac:spMkLst>
            <pc:docMk/>
            <pc:sldMk cId="3918461302" sldId="263"/>
            <ac:spMk id="5" creationId="{2D327389-520C-F911-F228-3185B0015729}"/>
          </ac:spMkLst>
        </pc:spChg>
        <pc:spChg chg="del">
          <ac:chgData name="Dharmik Patel" userId="11b69211d8d74dad" providerId="Windows Live" clId="Web-{E8ED5B19-B67D-609C-B8B6-4EAEB8342444}" dt="2025-11-04T14:06:22.732" v="129"/>
          <ac:spMkLst>
            <pc:docMk/>
            <pc:sldMk cId="3918461302" sldId="263"/>
            <ac:spMk id="6" creationId="{4D343C8F-BF02-8F92-BDA9-14E56E31CA28}"/>
          </ac:spMkLst>
        </pc:spChg>
        <pc:spChg chg="del">
          <ac:chgData name="Dharmik Patel" userId="11b69211d8d74dad" providerId="Windows Live" clId="Web-{E8ED5B19-B67D-609C-B8B6-4EAEB8342444}" dt="2025-11-04T14:06:22.732" v="128"/>
          <ac:spMkLst>
            <pc:docMk/>
            <pc:sldMk cId="3918461302" sldId="263"/>
            <ac:spMk id="7" creationId="{FB92DA99-C650-E550-0755-17F89AAD2492}"/>
          </ac:spMkLst>
        </pc:spChg>
        <pc:spChg chg="del">
          <ac:chgData name="Dharmik Patel" userId="11b69211d8d74dad" providerId="Windows Live" clId="Web-{E8ED5B19-B67D-609C-B8B6-4EAEB8342444}" dt="2025-11-04T14:06:22.732" v="126"/>
          <ac:spMkLst>
            <pc:docMk/>
            <pc:sldMk cId="3918461302" sldId="263"/>
            <ac:spMk id="9" creationId="{5FEF5F9A-4918-E68A-5999-58171285625E}"/>
          </ac:spMkLst>
        </pc:spChg>
        <pc:spChg chg="del">
          <ac:chgData name="Dharmik Patel" userId="11b69211d8d74dad" providerId="Windows Live" clId="Web-{E8ED5B19-B67D-609C-B8B6-4EAEB8342444}" dt="2025-11-04T14:06:22.732" v="125"/>
          <ac:spMkLst>
            <pc:docMk/>
            <pc:sldMk cId="3918461302" sldId="263"/>
            <ac:spMk id="10" creationId="{E91E7A25-C16B-853E-200A-0B623EF877D0}"/>
          </ac:spMkLst>
        </pc:spChg>
        <pc:spChg chg="del">
          <ac:chgData name="Dharmik Patel" userId="11b69211d8d74dad" providerId="Windows Live" clId="Web-{E8ED5B19-B67D-609C-B8B6-4EAEB8342444}" dt="2025-11-04T14:06:22.732" v="124"/>
          <ac:spMkLst>
            <pc:docMk/>
            <pc:sldMk cId="3918461302" sldId="263"/>
            <ac:spMk id="11" creationId="{66733A34-DAF7-299B-E16F-0D5047C08D40}"/>
          </ac:spMkLst>
        </pc:spChg>
        <pc:spChg chg="del">
          <ac:chgData name="Dharmik Patel" userId="11b69211d8d74dad" providerId="Windows Live" clId="Web-{E8ED5B19-B67D-609C-B8B6-4EAEB8342444}" dt="2025-11-04T14:06:22.717" v="123"/>
          <ac:spMkLst>
            <pc:docMk/>
            <pc:sldMk cId="3918461302" sldId="263"/>
            <ac:spMk id="12" creationId="{8BB8CCBA-98A1-2DFC-AC4F-946819EFAEA2}"/>
          </ac:spMkLst>
        </pc:spChg>
        <pc:spChg chg="add">
          <ac:chgData name="Dharmik Patel" userId="11b69211d8d74dad" providerId="Windows Live" clId="Web-{E8ED5B19-B67D-609C-B8B6-4EAEB8342444}" dt="2025-11-04T14:06:31.107" v="133"/>
          <ac:spMkLst>
            <pc:docMk/>
            <pc:sldMk cId="3918461302" sldId="263"/>
            <ac:spMk id="13" creationId="{F748294F-4EB3-9776-0244-0993C10BA532}"/>
          </ac:spMkLst>
        </pc:spChg>
        <pc:spChg chg="add">
          <ac:chgData name="Dharmik Patel" userId="11b69211d8d74dad" providerId="Windows Live" clId="Web-{E8ED5B19-B67D-609C-B8B6-4EAEB8342444}" dt="2025-11-04T14:06:31.107" v="133"/>
          <ac:spMkLst>
            <pc:docMk/>
            <pc:sldMk cId="3918461302" sldId="263"/>
            <ac:spMk id="14" creationId="{C93D6528-D643-ACF5-8387-42117DD7D91F}"/>
          </ac:spMkLst>
        </pc:spChg>
        <pc:spChg chg="add mod">
          <ac:chgData name="Dharmik Patel" userId="11b69211d8d74dad" providerId="Windows Live" clId="Web-{E8ED5B19-B67D-609C-B8B6-4EAEB8342444}" dt="2025-11-04T14:17:41.500" v="532" actId="20577"/>
          <ac:spMkLst>
            <pc:docMk/>
            <pc:sldMk cId="3918461302" sldId="263"/>
            <ac:spMk id="15" creationId="{D6F7205D-3C73-D227-4366-84E63E92D694}"/>
          </ac:spMkLst>
        </pc:spChg>
        <pc:spChg chg="add mod">
          <ac:chgData name="Dharmik Patel" userId="11b69211d8d74dad" providerId="Windows Live" clId="Web-{E8ED5B19-B67D-609C-B8B6-4EAEB8342444}" dt="2025-11-04T14:16:48.028" v="470" actId="20577"/>
          <ac:spMkLst>
            <pc:docMk/>
            <pc:sldMk cId="3918461302" sldId="263"/>
            <ac:spMk id="16" creationId="{A09816A4-77C7-145C-BF39-B486C8D0DCF4}"/>
          </ac:spMkLst>
        </pc:spChg>
        <pc:spChg chg="add">
          <ac:chgData name="Dharmik Patel" userId="11b69211d8d74dad" providerId="Windows Live" clId="Web-{E8ED5B19-B67D-609C-B8B6-4EAEB8342444}" dt="2025-11-04T14:06:31.107" v="133"/>
          <ac:spMkLst>
            <pc:docMk/>
            <pc:sldMk cId="3918461302" sldId="263"/>
            <ac:spMk id="17" creationId="{692EEA03-1FFE-0A6E-D474-90FD54E821A0}"/>
          </ac:spMkLst>
        </pc:spChg>
        <pc:picChg chg="add mod">
          <ac:chgData name="Dharmik Patel" userId="11b69211d8d74dad" providerId="Windows Live" clId="Web-{E8ED5B19-B67D-609C-B8B6-4EAEB8342444}" dt="2025-11-04T14:44:52.089" v="637" actId="14100"/>
          <ac:picMkLst>
            <pc:docMk/>
            <pc:sldMk cId="3918461302" sldId="263"/>
            <ac:picMk id="2" creationId="{9225AE2C-2B0C-6900-716C-37F92DE52C13}"/>
          </ac:picMkLst>
        </pc:picChg>
        <pc:picChg chg="del">
          <ac:chgData name="Dharmik Patel" userId="11b69211d8d74dad" providerId="Windows Live" clId="Web-{E8ED5B19-B67D-609C-B8B6-4EAEB8342444}" dt="2025-11-04T14:06:22.732" v="132"/>
          <ac:picMkLst>
            <pc:docMk/>
            <pc:sldMk cId="3918461302" sldId="263"/>
            <ac:picMk id="3" creationId="{333FE4C1-975D-6844-1187-5E9F26AADA1F}"/>
          </ac:picMkLst>
        </pc:picChg>
        <pc:picChg chg="del">
          <ac:chgData name="Dharmik Patel" userId="11b69211d8d74dad" providerId="Windows Live" clId="Web-{E8ED5B19-B67D-609C-B8B6-4EAEB8342444}" dt="2025-11-04T14:06:22.732" v="127"/>
          <ac:picMkLst>
            <pc:docMk/>
            <pc:sldMk cId="3918461302" sldId="263"/>
            <ac:picMk id="8" creationId="{7BFFD4E2-4F41-8179-AFD2-C99363DBF1B8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09:24.142" v="308"/>
        <pc:sldMkLst>
          <pc:docMk/>
          <pc:sldMk cId="2719541476" sldId="264"/>
        </pc:sldMkLst>
        <pc:spChg chg="add">
          <ac:chgData name="Dharmik Patel" userId="11b69211d8d74dad" providerId="Windows Live" clId="Web-{E8ED5B19-B67D-609C-B8B6-4EAEB8342444}" dt="2025-11-04T14:06:47.467" v="141"/>
          <ac:spMkLst>
            <pc:docMk/>
            <pc:sldMk cId="2719541476" sldId="264"/>
            <ac:spMk id="4" creationId="{19893215-60DC-1DA1-0BE8-F4A5B79A2015}"/>
          </ac:spMkLst>
        </pc:spChg>
        <pc:spChg chg="add">
          <ac:chgData name="Dharmik Patel" userId="11b69211d8d74dad" providerId="Windows Live" clId="Web-{E8ED5B19-B67D-609C-B8B6-4EAEB8342444}" dt="2025-11-04T14:06:47.467" v="141"/>
          <ac:spMkLst>
            <pc:docMk/>
            <pc:sldMk cId="2719541476" sldId="264"/>
            <ac:spMk id="5" creationId="{DF6E418F-939D-5D82-A614-E3A7E6DB8E9B}"/>
          </ac:spMkLst>
        </pc:spChg>
        <pc:spChg chg="add">
          <ac:chgData name="Dharmik Patel" userId="11b69211d8d74dad" providerId="Windows Live" clId="Web-{E8ED5B19-B67D-609C-B8B6-4EAEB8342444}" dt="2025-11-04T14:06:47.467" v="141"/>
          <ac:spMkLst>
            <pc:docMk/>
            <pc:sldMk cId="2719541476" sldId="264"/>
            <ac:spMk id="6" creationId="{8158A5DC-4BC2-73FF-2608-9363527DD253}"/>
          </ac:spMkLst>
        </pc:spChg>
        <pc:spChg chg="add">
          <ac:chgData name="Dharmik Patel" userId="11b69211d8d74dad" providerId="Windows Live" clId="Web-{E8ED5B19-B67D-609C-B8B6-4EAEB8342444}" dt="2025-11-04T14:06:47.467" v="141"/>
          <ac:spMkLst>
            <pc:docMk/>
            <pc:sldMk cId="2719541476" sldId="264"/>
            <ac:spMk id="7" creationId="{99128D07-51AA-AC3F-6324-AD54D9B25659}"/>
          </ac:spMkLst>
        </pc:spChg>
        <pc:spChg chg="add del">
          <ac:chgData name="Dharmik Patel" userId="11b69211d8d74dad" providerId="Windows Live" clId="Web-{E8ED5B19-B67D-609C-B8B6-4EAEB8342444}" dt="2025-11-04T14:06:55.670" v="150"/>
          <ac:spMkLst>
            <pc:docMk/>
            <pc:sldMk cId="2719541476" sldId="264"/>
            <ac:spMk id="9" creationId="{C37D1979-08DE-03BD-FE83-EFFD4CE0FFA7}"/>
          </ac:spMkLst>
        </pc:spChg>
        <pc:spChg chg="add del">
          <ac:chgData name="Dharmik Patel" userId="11b69211d8d74dad" providerId="Windows Live" clId="Web-{E8ED5B19-B67D-609C-B8B6-4EAEB8342444}" dt="2025-11-04T14:06:55.670" v="149"/>
          <ac:spMkLst>
            <pc:docMk/>
            <pc:sldMk cId="2719541476" sldId="264"/>
            <ac:spMk id="10" creationId="{A0B6B58C-68F1-BCE0-24F2-938CE8E50C3A}"/>
          </ac:spMkLst>
        </pc:spChg>
        <pc:spChg chg="add del">
          <ac:chgData name="Dharmik Patel" userId="11b69211d8d74dad" providerId="Windows Live" clId="Web-{E8ED5B19-B67D-609C-B8B6-4EAEB8342444}" dt="2025-11-04T14:06:55.670" v="148"/>
          <ac:spMkLst>
            <pc:docMk/>
            <pc:sldMk cId="2719541476" sldId="264"/>
            <ac:spMk id="11" creationId="{FE2ED6C4-2F33-F427-5049-D64F5AED1F64}"/>
          </ac:spMkLst>
        </pc:spChg>
        <pc:spChg chg="add del">
          <ac:chgData name="Dharmik Patel" userId="11b69211d8d74dad" providerId="Windows Live" clId="Web-{E8ED5B19-B67D-609C-B8B6-4EAEB8342444}" dt="2025-11-04T14:06:55.670" v="147"/>
          <ac:spMkLst>
            <pc:docMk/>
            <pc:sldMk cId="2719541476" sldId="264"/>
            <ac:spMk id="12" creationId="{BFB5B59F-6D53-D1DD-35B8-097D5F324788}"/>
          </ac:spMkLst>
        </pc:spChg>
        <pc:spChg chg="del">
          <ac:chgData name="Dharmik Patel" userId="11b69211d8d74dad" providerId="Windows Live" clId="Web-{E8ED5B19-B67D-609C-B8B6-4EAEB8342444}" dt="2025-11-04T14:06:41.795" v="139"/>
          <ac:spMkLst>
            <pc:docMk/>
            <pc:sldMk cId="2719541476" sldId="264"/>
            <ac:spMk id="13" creationId="{567D4B0A-BB98-64CC-BAEB-77C8AF2B65AC}"/>
          </ac:spMkLst>
        </pc:spChg>
        <pc:spChg chg="del">
          <ac:chgData name="Dharmik Patel" userId="11b69211d8d74dad" providerId="Windows Live" clId="Web-{E8ED5B19-B67D-609C-B8B6-4EAEB8342444}" dt="2025-11-04T14:06:41.795" v="138"/>
          <ac:spMkLst>
            <pc:docMk/>
            <pc:sldMk cId="2719541476" sldId="264"/>
            <ac:spMk id="14" creationId="{B3B479FE-A005-14DD-16AF-E20360BA095F}"/>
          </ac:spMkLst>
        </pc:spChg>
        <pc:spChg chg="del">
          <ac:chgData name="Dharmik Patel" userId="11b69211d8d74dad" providerId="Windows Live" clId="Web-{E8ED5B19-B67D-609C-B8B6-4EAEB8342444}" dt="2025-11-04T14:06:41.795" v="137"/>
          <ac:spMkLst>
            <pc:docMk/>
            <pc:sldMk cId="2719541476" sldId="264"/>
            <ac:spMk id="15" creationId="{A520A7D5-5D7E-620A-48F8-1A9AECD51FA4}"/>
          </ac:spMkLst>
        </pc:spChg>
        <pc:spChg chg="del">
          <ac:chgData name="Dharmik Patel" userId="11b69211d8d74dad" providerId="Windows Live" clId="Web-{E8ED5B19-B67D-609C-B8B6-4EAEB8342444}" dt="2025-11-04T14:06:41.795" v="136"/>
          <ac:spMkLst>
            <pc:docMk/>
            <pc:sldMk cId="2719541476" sldId="264"/>
            <ac:spMk id="16" creationId="{A67C2B8F-6E48-8235-2962-4E4EB703A487}"/>
          </ac:spMkLst>
        </pc:spChg>
        <pc:spChg chg="del">
          <ac:chgData name="Dharmik Patel" userId="11b69211d8d74dad" providerId="Windows Live" clId="Web-{E8ED5B19-B67D-609C-B8B6-4EAEB8342444}" dt="2025-11-04T14:06:41.795" v="135"/>
          <ac:spMkLst>
            <pc:docMk/>
            <pc:sldMk cId="2719541476" sldId="264"/>
            <ac:spMk id="17" creationId="{F325B192-8083-64D9-3D40-929FF8ED0E6E}"/>
          </ac:spMkLst>
        </pc:spChg>
        <pc:picChg chg="del">
          <ac:chgData name="Dharmik Patel" userId="11b69211d8d74dad" providerId="Windows Live" clId="Web-{E8ED5B19-B67D-609C-B8B6-4EAEB8342444}" dt="2025-11-04T14:06:41.795" v="140"/>
          <ac:picMkLst>
            <pc:docMk/>
            <pc:sldMk cId="2719541476" sldId="264"/>
            <ac:picMk id="2" creationId="{F0C61CB6-EA7F-00BE-43D4-9789FFBB8FC8}"/>
          </ac:picMkLst>
        </pc:picChg>
        <pc:picChg chg="add">
          <ac:chgData name="Dharmik Patel" userId="11b69211d8d74dad" providerId="Windows Live" clId="Web-{E8ED5B19-B67D-609C-B8B6-4EAEB8342444}" dt="2025-11-04T14:06:47.467" v="141"/>
          <ac:picMkLst>
            <pc:docMk/>
            <pc:sldMk cId="2719541476" sldId="264"/>
            <ac:picMk id="3" creationId="{A4F4FCE0-09E2-9505-C1A0-9FAC4B74736A}"/>
          </ac:picMkLst>
        </pc:picChg>
        <pc:picChg chg="add del">
          <ac:chgData name="Dharmik Patel" userId="11b69211d8d74dad" providerId="Windows Live" clId="Web-{E8ED5B19-B67D-609C-B8B6-4EAEB8342444}" dt="2025-11-04T14:06:55.670" v="151"/>
          <ac:picMkLst>
            <pc:docMk/>
            <pc:sldMk cId="2719541476" sldId="264"/>
            <ac:picMk id="8" creationId="{14F4EB68-03F9-98CC-BDF9-534609073CA3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42:19.665" v="633" actId="1076"/>
        <pc:sldMkLst>
          <pc:docMk/>
          <pc:sldMk cId="3453261791" sldId="265"/>
        </pc:sldMkLst>
        <pc:spChg chg="del">
          <ac:chgData name="Dharmik Patel" userId="11b69211d8d74dad" providerId="Windows Live" clId="Web-{E8ED5B19-B67D-609C-B8B6-4EAEB8342444}" dt="2025-11-04T14:07:00.514" v="156"/>
          <ac:spMkLst>
            <pc:docMk/>
            <pc:sldMk cId="3453261791" sldId="265"/>
            <ac:spMk id="4" creationId="{4329FE1F-7DCF-75DA-D27E-988345995498}"/>
          </ac:spMkLst>
        </pc:spChg>
        <pc:spChg chg="del">
          <ac:chgData name="Dharmik Patel" userId="11b69211d8d74dad" providerId="Windows Live" clId="Web-{E8ED5B19-B67D-609C-B8B6-4EAEB8342444}" dt="2025-11-04T14:07:00.514" v="155"/>
          <ac:spMkLst>
            <pc:docMk/>
            <pc:sldMk cId="3453261791" sldId="265"/>
            <ac:spMk id="5" creationId="{AA7FF5AE-2834-0A6C-D825-890F7AE0B389}"/>
          </ac:spMkLst>
        </pc:spChg>
        <pc:spChg chg="del">
          <ac:chgData name="Dharmik Patel" userId="11b69211d8d74dad" providerId="Windows Live" clId="Web-{E8ED5B19-B67D-609C-B8B6-4EAEB8342444}" dt="2025-11-04T14:07:00.514" v="154"/>
          <ac:spMkLst>
            <pc:docMk/>
            <pc:sldMk cId="3453261791" sldId="265"/>
            <ac:spMk id="6" creationId="{3DF134D3-5B14-15E0-CC45-A0972988B536}"/>
          </ac:spMkLst>
        </pc:spChg>
        <pc:spChg chg="del">
          <ac:chgData name="Dharmik Patel" userId="11b69211d8d74dad" providerId="Windows Live" clId="Web-{E8ED5B19-B67D-609C-B8B6-4EAEB8342444}" dt="2025-11-04T14:07:00.514" v="153"/>
          <ac:spMkLst>
            <pc:docMk/>
            <pc:sldMk cId="3453261791" sldId="265"/>
            <ac:spMk id="7" creationId="{BFD22937-8E19-AA05-2FEE-351A3F83547C}"/>
          </ac:spMkLst>
        </pc:spChg>
        <pc:spChg chg="add">
          <ac:chgData name="Dharmik Patel" userId="11b69211d8d74dad" providerId="Windows Live" clId="Web-{E8ED5B19-B67D-609C-B8B6-4EAEB8342444}" dt="2025-11-04T14:07:24.234" v="158"/>
          <ac:spMkLst>
            <pc:docMk/>
            <pc:sldMk cId="3453261791" sldId="265"/>
            <ac:spMk id="8" creationId="{89C3AE7B-EAD6-D683-800E-C78C5B6A12B9}"/>
          </ac:spMkLst>
        </pc:spChg>
        <pc:spChg chg="add">
          <ac:chgData name="Dharmik Patel" userId="11b69211d8d74dad" providerId="Windows Live" clId="Web-{E8ED5B19-B67D-609C-B8B6-4EAEB8342444}" dt="2025-11-04T14:07:24.234" v="158"/>
          <ac:spMkLst>
            <pc:docMk/>
            <pc:sldMk cId="3453261791" sldId="265"/>
            <ac:spMk id="9" creationId="{7F47EB9D-05B5-E4BD-B286-E2C29746920D}"/>
          </ac:spMkLst>
        </pc:spChg>
        <pc:spChg chg="add mod">
          <ac:chgData name="Dharmik Patel" userId="11b69211d8d74dad" providerId="Windows Live" clId="Web-{E8ED5B19-B67D-609C-B8B6-4EAEB8342444}" dt="2025-11-04T14:41:15.852" v="621" actId="20577"/>
          <ac:spMkLst>
            <pc:docMk/>
            <pc:sldMk cId="3453261791" sldId="265"/>
            <ac:spMk id="10" creationId="{01A2B6EE-7678-5593-5413-C82012B836DE}"/>
          </ac:spMkLst>
        </pc:spChg>
        <pc:spChg chg="add">
          <ac:chgData name="Dharmik Patel" userId="11b69211d8d74dad" providerId="Windows Live" clId="Web-{E8ED5B19-B67D-609C-B8B6-4EAEB8342444}" dt="2025-11-04T14:07:24.234" v="158"/>
          <ac:spMkLst>
            <pc:docMk/>
            <pc:sldMk cId="3453261791" sldId="265"/>
            <ac:spMk id="11" creationId="{D4D25908-7DCD-340D-F545-CA4F33CB4FFA}"/>
          </ac:spMkLst>
        </pc:spChg>
        <pc:picChg chg="add mod">
          <ac:chgData name="Dharmik Patel" userId="11b69211d8d74dad" providerId="Windows Live" clId="Web-{E8ED5B19-B67D-609C-B8B6-4EAEB8342444}" dt="2025-11-04T14:42:19.665" v="633" actId="1076"/>
          <ac:picMkLst>
            <pc:docMk/>
            <pc:sldMk cId="3453261791" sldId="265"/>
            <ac:picMk id="2" creationId="{A474226B-4F9E-02E9-15BB-537FD4D467AB}"/>
          </ac:picMkLst>
        </pc:picChg>
        <pc:picChg chg="del">
          <ac:chgData name="Dharmik Patel" userId="11b69211d8d74dad" providerId="Windows Live" clId="Web-{E8ED5B19-B67D-609C-B8B6-4EAEB8342444}" dt="2025-11-04T14:07:00.514" v="157"/>
          <ac:picMkLst>
            <pc:docMk/>
            <pc:sldMk cId="3453261791" sldId="265"/>
            <ac:picMk id="3" creationId="{91963CF5-AAD9-306C-3495-017B47D6D09D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09:39.111" v="335"/>
        <pc:sldMkLst>
          <pc:docMk/>
          <pc:sldMk cId="2825920193" sldId="266"/>
        </pc:sldMkLst>
        <pc:spChg chg="add del">
          <ac:chgData name="Dharmik Patel" userId="11b69211d8d74dad" providerId="Windows Live" clId="Web-{E8ED5B19-B67D-609C-B8B6-4EAEB8342444}" dt="2025-11-04T14:07:54.140" v="161"/>
          <ac:spMkLst>
            <pc:docMk/>
            <pc:sldMk cId="2825920193" sldId="266"/>
            <ac:spMk id="4" creationId="{3A2C2A2A-3EDE-5C77-BB76-7CEC72EAAB4F}"/>
          </ac:spMkLst>
        </pc:spChg>
        <pc:spChg chg="add del">
          <ac:chgData name="Dharmik Patel" userId="11b69211d8d74dad" providerId="Windows Live" clId="Web-{E8ED5B19-B67D-609C-B8B6-4EAEB8342444}" dt="2025-11-04T14:07:54.140" v="161"/>
          <ac:spMkLst>
            <pc:docMk/>
            <pc:sldMk cId="2825920193" sldId="266"/>
            <ac:spMk id="5" creationId="{F9F5BF70-3E19-92F6-B78C-9E41F0A2F26D}"/>
          </ac:spMkLst>
        </pc:spChg>
        <pc:spChg chg="add del">
          <ac:chgData name="Dharmik Patel" userId="11b69211d8d74dad" providerId="Windows Live" clId="Web-{E8ED5B19-B67D-609C-B8B6-4EAEB8342444}" dt="2025-11-04T14:07:54.140" v="161"/>
          <ac:spMkLst>
            <pc:docMk/>
            <pc:sldMk cId="2825920193" sldId="266"/>
            <ac:spMk id="6" creationId="{B2890EF1-6BF1-FBC3-2DDC-1BE24AA6DD34}"/>
          </ac:spMkLst>
        </pc:spChg>
        <pc:spChg chg="add del">
          <ac:chgData name="Dharmik Patel" userId="11b69211d8d74dad" providerId="Windows Live" clId="Web-{E8ED5B19-B67D-609C-B8B6-4EAEB8342444}" dt="2025-11-04T14:07:54.140" v="161"/>
          <ac:spMkLst>
            <pc:docMk/>
            <pc:sldMk cId="2825920193" sldId="266"/>
            <ac:spMk id="7" creationId="{0187315A-7BE9-D64C-13F3-4127CA4D6E35}"/>
          </ac:spMkLst>
        </pc:spChg>
        <pc:spChg chg="del">
          <ac:chgData name="Dharmik Patel" userId="11b69211d8d74dad" providerId="Windows Live" clId="Web-{E8ED5B19-B67D-609C-B8B6-4EAEB8342444}" dt="2025-11-04T14:07:56" v="165"/>
          <ac:spMkLst>
            <pc:docMk/>
            <pc:sldMk cId="2825920193" sldId="266"/>
            <ac:spMk id="8" creationId="{FF9B86E8-1709-9DB7-7AE1-9511BEDA9FB3}"/>
          </ac:spMkLst>
        </pc:spChg>
        <pc:spChg chg="del">
          <ac:chgData name="Dharmik Patel" userId="11b69211d8d74dad" providerId="Windows Live" clId="Web-{E8ED5B19-B67D-609C-B8B6-4EAEB8342444}" dt="2025-11-04T14:07:56" v="164"/>
          <ac:spMkLst>
            <pc:docMk/>
            <pc:sldMk cId="2825920193" sldId="266"/>
            <ac:spMk id="9" creationId="{755DECC4-7B86-D335-994B-DB83B94F783B}"/>
          </ac:spMkLst>
        </pc:spChg>
        <pc:spChg chg="del">
          <ac:chgData name="Dharmik Patel" userId="11b69211d8d74dad" providerId="Windows Live" clId="Web-{E8ED5B19-B67D-609C-B8B6-4EAEB8342444}" dt="2025-11-04T14:07:56" v="163"/>
          <ac:spMkLst>
            <pc:docMk/>
            <pc:sldMk cId="2825920193" sldId="266"/>
            <ac:spMk id="10" creationId="{236F7403-C2CE-8179-B791-639E3DEC6CD1}"/>
          </ac:spMkLst>
        </pc:spChg>
        <pc:spChg chg="del">
          <ac:chgData name="Dharmik Patel" userId="11b69211d8d74dad" providerId="Windows Live" clId="Web-{E8ED5B19-B67D-609C-B8B6-4EAEB8342444}" dt="2025-11-04T14:07:56" v="162"/>
          <ac:spMkLst>
            <pc:docMk/>
            <pc:sldMk cId="2825920193" sldId="266"/>
            <ac:spMk id="11" creationId="{4FDD7A82-30A6-3639-F364-02A683F84F2D}"/>
          </ac:spMkLst>
        </pc:spChg>
        <pc:spChg chg="add del">
          <ac:chgData name="Dharmik Patel" userId="11b69211d8d74dad" providerId="Windows Live" clId="Web-{E8ED5B19-B67D-609C-B8B6-4EAEB8342444}" dt="2025-11-04T14:09:26.798" v="331"/>
          <ac:spMkLst>
            <pc:docMk/>
            <pc:sldMk cId="2825920193" sldId="266"/>
            <ac:spMk id="13" creationId="{3312566A-41A3-F582-D5BB-B04FE27E7154}"/>
          </ac:spMkLst>
        </pc:spChg>
        <pc:spChg chg="add del">
          <ac:chgData name="Dharmik Patel" userId="11b69211d8d74dad" providerId="Windows Live" clId="Web-{E8ED5B19-B67D-609C-B8B6-4EAEB8342444}" dt="2025-11-04T14:09:26.798" v="330"/>
          <ac:spMkLst>
            <pc:docMk/>
            <pc:sldMk cId="2825920193" sldId="266"/>
            <ac:spMk id="14" creationId="{0AC9660F-1F03-B680-22BF-005B7F271142}"/>
          </ac:spMkLst>
        </pc:spChg>
        <pc:spChg chg="add del">
          <ac:chgData name="Dharmik Patel" userId="11b69211d8d74dad" providerId="Windows Live" clId="Web-{E8ED5B19-B67D-609C-B8B6-4EAEB8342444}" dt="2025-11-04T14:09:26.798" v="329"/>
          <ac:spMkLst>
            <pc:docMk/>
            <pc:sldMk cId="2825920193" sldId="266"/>
            <ac:spMk id="15" creationId="{126C6CCB-71BB-2981-2038-EB06D5ADC6D9}"/>
          </ac:spMkLst>
        </pc:spChg>
        <pc:spChg chg="add del">
          <ac:chgData name="Dharmik Patel" userId="11b69211d8d74dad" providerId="Windows Live" clId="Web-{E8ED5B19-B67D-609C-B8B6-4EAEB8342444}" dt="2025-11-04T14:09:26.798" v="328"/>
          <ac:spMkLst>
            <pc:docMk/>
            <pc:sldMk cId="2825920193" sldId="266"/>
            <ac:spMk id="16" creationId="{10508C94-E5E4-4B27-37EF-6264E9E7EDC0}"/>
          </ac:spMkLst>
        </pc:spChg>
        <pc:spChg chg="add">
          <ac:chgData name="Dharmik Patel" userId="11b69211d8d74dad" providerId="Windows Live" clId="Web-{E8ED5B19-B67D-609C-B8B6-4EAEB8342444}" dt="2025-11-04T14:09:39.111" v="335"/>
          <ac:spMkLst>
            <pc:docMk/>
            <pc:sldMk cId="2825920193" sldId="266"/>
            <ac:spMk id="19" creationId="{98C264A9-6875-79B2-5C3B-55E7EB033CF8}"/>
          </ac:spMkLst>
        </pc:spChg>
        <pc:spChg chg="add">
          <ac:chgData name="Dharmik Patel" userId="11b69211d8d74dad" providerId="Windows Live" clId="Web-{E8ED5B19-B67D-609C-B8B6-4EAEB8342444}" dt="2025-11-04T14:09:39.111" v="335"/>
          <ac:spMkLst>
            <pc:docMk/>
            <pc:sldMk cId="2825920193" sldId="266"/>
            <ac:spMk id="20" creationId="{2C98636F-0B26-6EBD-6D83-53BE1E917959}"/>
          </ac:spMkLst>
        </pc:spChg>
        <pc:spChg chg="add">
          <ac:chgData name="Dharmik Patel" userId="11b69211d8d74dad" providerId="Windows Live" clId="Web-{E8ED5B19-B67D-609C-B8B6-4EAEB8342444}" dt="2025-11-04T14:09:39.111" v="335"/>
          <ac:spMkLst>
            <pc:docMk/>
            <pc:sldMk cId="2825920193" sldId="266"/>
            <ac:spMk id="21" creationId="{6779FE41-DBF6-3B4C-D28C-1B175EC06A66}"/>
          </ac:spMkLst>
        </pc:spChg>
        <pc:spChg chg="add">
          <ac:chgData name="Dharmik Patel" userId="11b69211d8d74dad" providerId="Windows Live" clId="Web-{E8ED5B19-B67D-609C-B8B6-4EAEB8342444}" dt="2025-11-04T14:09:39.111" v="335"/>
          <ac:spMkLst>
            <pc:docMk/>
            <pc:sldMk cId="2825920193" sldId="266"/>
            <ac:spMk id="22" creationId="{B65C0CA0-86AF-FE87-5A88-8FA4E04065D9}"/>
          </ac:spMkLst>
        </pc:spChg>
        <pc:picChg chg="del">
          <ac:chgData name="Dharmik Patel" userId="11b69211d8d74dad" providerId="Windows Live" clId="Web-{E8ED5B19-B67D-609C-B8B6-4EAEB8342444}" dt="2025-11-04T14:07:56" v="166"/>
          <ac:picMkLst>
            <pc:docMk/>
            <pc:sldMk cId="2825920193" sldId="266"/>
            <ac:picMk id="2" creationId="{81E8EA6F-166D-C83F-B90B-1CEEC6687425}"/>
          </ac:picMkLst>
        </pc:picChg>
        <pc:picChg chg="add del">
          <ac:chgData name="Dharmik Patel" userId="11b69211d8d74dad" providerId="Windows Live" clId="Web-{E8ED5B19-B67D-609C-B8B6-4EAEB8342444}" dt="2025-11-04T14:07:54.140" v="161"/>
          <ac:picMkLst>
            <pc:docMk/>
            <pc:sldMk cId="2825920193" sldId="266"/>
            <ac:picMk id="3" creationId="{336B2E4F-523A-ADC1-5786-1515171167D3}"/>
          </ac:picMkLst>
        </pc:picChg>
        <pc:picChg chg="add del">
          <ac:chgData name="Dharmik Patel" userId="11b69211d8d74dad" providerId="Windows Live" clId="Web-{E8ED5B19-B67D-609C-B8B6-4EAEB8342444}" dt="2025-11-04T14:09:26.798" v="332"/>
          <ac:picMkLst>
            <pc:docMk/>
            <pc:sldMk cId="2825920193" sldId="266"/>
            <ac:picMk id="12" creationId="{F689621E-8A5B-BEA2-1D41-6FFA6F496E89}"/>
          </ac:picMkLst>
        </pc:picChg>
        <pc:picChg chg="add del mod">
          <ac:chgData name="Dharmik Patel" userId="11b69211d8d74dad" providerId="Windows Live" clId="Web-{E8ED5B19-B67D-609C-B8B6-4EAEB8342444}" dt="2025-11-04T14:09:34.689" v="334"/>
          <ac:picMkLst>
            <pc:docMk/>
            <pc:sldMk cId="2825920193" sldId="266"/>
            <ac:picMk id="17" creationId="{48ACBBCC-91A1-1FA4-D25E-2BED2C4D44D1}"/>
          </ac:picMkLst>
        </pc:picChg>
        <pc:picChg chg="add">
          <ac:chgData name="Dharmik Patel" userId="11b69211d8d74dad" providerId="Windows Live" clId="Web-{E8ED5B19-B67D-609C-B8B6-4EAEB8342444}" dt="2025-11-04T14:09:39.111" v="335"/>
          <ac:picMkLst>
            <pc:docMk/>
            <pc:sldMk cId="2825920193" sldId="266"/>
            <ac:picMk id="18" creationId="{223B6DEF-C1C5-0DEB-73AA-6B1D35ACDCD9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09:46.205" v="336"/>
        <pc:sldMkLst>
          <pc:docMk/>
          <pc:sldMk cId="72770905" sldId="267"/>
        </pc:sldMkLst>
        <pc:spChg chg="add">
          <ac:chgData name="Dharmik Patel" userId="11b69211d8d74dad" providerId="Windows Live" clId="Web-{E8ED5B19-B67D-609C-B8B6-4EAEB8342444}" dt="2025-11-04T14:09:46.205" v="336"/>
          <ac:spMkLst>
            <pc:docMk/>
            <pc:sldMk cId="72770905" sldId="267"/>
            <ac:spMk id="3" creationId="{D3CB3DBA-A296-A28B-61AE-483C5BF48F93}"/>
          </ac:spMkLst>
        </pc:spChg>
        <pc:spChg chg="add">
          <ac:chgData name="Dharmik Patel" userId="11b69211d8d74dad" providerId="Windows Live" clId="Web-{E8ED5B19-B67D-609C-B8B6-4EAEB8342444}" dt="2025-11-04T14:09:46.205" v="336"/>
          <ac:spMkLst>
            <pc:docMk/>
            <pc:sldMk cId="72770905" sldId="267"/>
            <ac:spMk id="4" creationId="{F9C7BCED-B6F2-5BC0-0C90-9C69E550CEDC}"/>
          </ac:spMkLst>
        </pc:spChg>
        <pc:spChg chg="add">
          <ac:chgData name="Dharmik Patel" userId="11b69211d8d74dad" providerId="Windows Live" clId="Web-{E8ED5B19-B67D-609C-B8B6-4EAEB8342444}" dt="2025-11-04T14:09:46.205" v="336"/>
          <ac:spMkLst>
            <pc:docMk/>
            <pc:sldMk cId="72770905" sldId="267"/>
            <ac:spMk id="5" creationId="{7EEF33B7-12FB-8976-26A1-6A8EFB8F12A3}"/>
          </ac:spMkLst>
        </pc:spChg>
        <pc:spChg chg="del">
          <ac:chgData name="Dharmik Patel" userId="11b69211d8d74dad" providerId="Windows Live" clId="Web-{E8ED5B19-B67D-609C-B8B6-4EAEB8342444}" dt="2025-11-04T14:09:15.923" v="270"/>
          <ac:spMkLst>
            <pc:docMk/>
            <pc:sldMk cId="72770905" sldId="267"/>
            <ac:spMk id="13" creationId="{1EC75CE5-805C-3D5C-A2E1-77027DE747ED}"/>
          </ac:spMkLst>
        </pc:spChg>
        <pc:spChg chg="del">
          <ac:chgData name="Dharmik Patel" userId="11b69211d8d74dad" providerId="Windows Live" clId="Web-{E8ED5B19-B67D-609C-B8B6-4EAEB8342444}" dt="2025-11-04T14:09:15.923" v="269"/>
          <ac:spMkLst>
            <pc:docMk/>
            <pc:sldMk cId="72770905" sldId="267"/>
            <ac:spMk id="14" creationId="{1DEFD563-FE12-80A4-9D15-FE308998C5D9}"/>
          </ac:spMkLst>
        </pc:spChg>
        <pc:spChg chg="del">
          <ac:chgData name="Dharmik Patel" userId="11b69211d8d74dad" providerId="Windows Live" clId="Web-{E8ED5B19-B67D-609C-B8B6-4EAEB8342444}" dt="2025-11-04T14:09:15.923" v="268"/>
          <ac:spMkLst>
            <pc:docMk/>
            <pc:sldMk cId="72770905" sldId="267"/>
            <ac:spMk id="15" creationId="{AE57284B-3A51-C40C-A936-956996DCD6BD}"/>
          </ac:spMkLst>
        </pc:spChg>
        <pc:spChg chg="del">
          <ac:chgData name="Dharmik Patel" userId="11b69211d8d74dad" providerId="Windows Live" clId="Web-{E8ED5B19-B67D-609C-B8B6-4EAEB8342444}" dt="2025-11-04T14:09:15.923" v="267"/>
          <ac:spMkLst>
            <pc:docMk/>
            <pc:sldMk cId="72770905" sldId="267"/>
            <ac:spMk id="16" creationId="{90B249DC-F1C5-27CB-3AB7-F6C7959AD08D}"/>
          </ac:spMkLst>
        </pc:spChg>
        <pc:picChg chg="add">
          <ac:chgData name="Dharmik Patel" userId="11b69211d8d74dad" providerId="Windows Live" clId="Web-{E8ED5B19-B67D-609C-B8B6-4EAEB8342444}" dt="2025-11-04T14:09:46.205" v="336"/>
          <ac:picMkLst>
            <pc:docMk/>
            <pc:sldMk cId="72770905" sldId="267"/>
            <ac:picMk id="2" creationId="{9D950101-2194-8284-8B4A-9D9B3CA17474}"/>
          </ac:picMkLst>
        </pc:picChg>
        <pc:picChg chg="del">
          <ac:chgData name="Dharmik Patel" userId="11b69211d8d74dad" providerId="Windows Live" clId="Web-{E8ED5B19-B67D-609C-B8B6-4EAEB8342444}" dt="2025-11-04T14:09:15.939" v="271"/>
          <ac:picMkLst>
            <pc:docMk/>
            <pc:sldMk cId="72770905" sldId="267"/>
            <ac:picMk id="12" creationId="{5B8BF951-1847-7CD1-0FE9-E934ADA65DD1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10:22.674" v="343" actId="1076"/>
        <pc:sldMkLst>
          <pc:docMk/>
          <pc:sldMk cId="1661259683" sldId="268"/>
        </pc:sldMkLst>
        <pc:spChg chg="add del">
          <ac:chgData name="Dharmik Patel" userId="11b69211d8d74dad" providerId="Windows Live" clId="Web-{E8ED5B19-B67D-609C-B8B6-4EAEB8342444}" dt="2025-11-04T14:10:02.845" v="339"/>
          <ac:spMkLst>
            <pc:docMk/>
            <pc:sldMk cId="1661259683" sldId="268"/>
            <ac:spMk id="2" creationId="{52092AD2-BE5D-D241-62D7-102FC7DC3568}"/>
          </ac:spMkLst>
        </pc:spChg>
        <pc:spChg chg="add del">
          <ac:chgData name="Dharmik Patel" userId="11b69211d8d74dad" providerId="Windows Live" clId="Web-{E8ED5B19-B67D-609C-B8B6-4EAEB8342444}" dt="2025-11-04T14:10:02.845" v="338"/>
          <ac:spMkLst>
            <pc:docMk/>
            <pc:sldMk cId="1661259683" sldId="268"/>
            <ac:spMk id="3" creationId="{1E452A3D-7A75-AD1B-9EE8-BF6B93E23807}"/>
          </ac:spMkLst>
        </pc:spChg>
        <pc:spChg chg="add">
          <ac:chgData name="Dharmik Patel" userId="11b69211d8d74dad" providerId="Windows Live" clId="Web-{E8ED5B19-B67D-609C-B8B6-4EAEB8342444}" dt="2025-11-04T14:10:03.970" v="340"/>
          <ac:spMkLst>
            <pc:docMk/>
            <pc:sldMk cId="1661259683" sldId="268"/>
            <ac:spMk id="4" creationId="{B0F2A79A-F59E-2DF2-9A48-057C4A635000}"/>
          </ac:spMkLst>
        </pc:spChg>
        <pc:spChg chg="add del">
          <ac:chgData name="Dharmik Patel" userId="11b69211d8d74dad" providerId="Windows Live" clId="Web-{E8ED5B19-B67D-609C-B8B6-4EAEB8342444}" dt="2025-11-04T14:10:11.955" v="341"/>
          <ac:spMkLst>
            <pc:docMk/>
            <pc:sldMk cId="1661259683" sldId="268"/>
            <ac:spMk id="5" creationId="{067A901F-5FF9-1E3D-B21A-C4459F2A043C}"/>
          </ac:spMkLst>
        </pc:spChg>
        <pc:spChg chg="del">
          <ac:chgData name="Dharmik Patel" userId="11b69211d8d74dad" providerId="Windows Live" clId="Web-{E8ED5B19-B67D-609C-B8B6-4EAEB8342444}" dt="2025-11-04T14:09:12.720" v="265"/>
          <ac:spMkLst>
            <pc:docMk/>
            <pc:sldMk cId="1661259683" sldId="268"/>
            <ac:spMk id="13" creationId="{35F4D357-A319-E1EB-0EAA-D2297E17B278}"/>
          </ac:spMkLst>
        </pc:spChg>
        <pc:spChg chg="del">
          <ac:chgData name="Dharmik Patel" userId="11b69211d8d74dad" providerId="Windows Live" clId="Web-{E8ED5B19-B67D-609C-B8B6-4EAEB8342444}" dt="2025-11-04T14:09:12.720" v="264"/>
          <ac:spMkLst>
            <pc:docMk/>
            <pc:sldMk cId="1661259683" sldId="268"/>
            <ac:spMk id="14" creationId="{17077DFA-C777-6C01-EDB8-28DED48BB671}"/>
          </ac:spMkLst>
        </pc:spChg>
        <pc:spChg chg="del">
          <ac:chgData name="Dharmik Patel" userId="11b69211d8d74dad" providerId="Windows Live" clId="Web-{E8ED5B19-B67D-609C-B8B6-4EAEB8342444}" dt="2025-11-04T14:09:12.720" v="263"/>
          <ac:spMkLst>
            <pc:docMk/>
            <pc:sldMk cId="1661259683" sldId="268"/>
            <ac:spMk id="15" creationId="{8722A646-7989-BB59-77D9-FFE91585A739}"/>
          </ac:spMkLst>
        </pc:spChg>
        <pc:spChg chg="del">
          <ac:chgData name="Dharmik Patel" userId="11b69211d8d74dad" providerId="Windows Live" clId="Web-{E8ED5B19-B67D-609C-B8B6-4EAEB8342444}" dt="2025-11-04T14:09:12.720" v="262"/>
          <ac:spMkLst>
            <pc:docMk/>
            <pc:sldMk cId="1661259683" sldId="268"/>
            <ac:spMk id="16" creationId="{D37B0CAC-02F9-375A-D1BA-8066A6AA411D}"/>
          </ac:spMkLst>
        </pc:spChg>
        <pc:graphicFrameChg chg="add mod">
          <ac:chgData name="Dharmik Patel" userId="11b69211d8d74dad" providerId="Windows Live" clId="Web-{E8ED5B19-B67D-609C-B8B6-4EAEB8342444}" dt="2025-11-04T14:10:22.674" v="343" actId="1076"/>
          <ac:graphicFrameMkLst>
            <pc:docMk/>
            <pc:sldMk cId="1661259683" sldId="268"/>
            <ac:graphicFrameMk id="7" creationId="{FFAFAD58-440C-60BC-D85F-EBB1D917938D}"/>
          </ac:graphicFrameMkLst>
        </pc:graphicFrameChg>
        <pc:picChg chg="del">
          <ac:chgData name="Dharmik Patel" userId="11b69211d8d74dad" providerId="Windows Live" clId="Web-{E8ED5B19-B67D-609C-B8B6-4EAEB8342444}" dt="2025-11-04T14:09:12.720" v="266"/>
          <ac:picMkLst>
            <pc:docMk/>
            <pc:sldMk cId="1661259683" sldId="268"/>
            <ac:picMk id="12" creationId="{3898C5B6-00D7-6C41-5904-75E95435E1CD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24:04.308" v="537"/>
        <pc:sldMkLst>
          <pc:docMk/>
          <pc:sldMk cId="3606904567" sldId="269"/>
        </pc:sldMkLst>
        <pc:spChg chg="del">
          <ac:chgData name="Dharmik Patel" userId="11b69211d8d74dad" providerId="Windows Live" clId="Web-{E8ED5B19-B67D-609C-B8B6-4EAEB8342444}" dt="2025-11-04T14:09:08.032" v="260"/>
          <ac:spMkLst>
            <pc:docMk/>
            <pc:sldMk cId="3606904567" sldId="269"/>
            <ac:spMk id="13" creationId="{C35C1630-9DBD-EF90-89B7-5FE3D2CF797A}"/>
          </ac:spMkLst>
        </pc:spChg>
        <pc:spChg chg="del">
          <ac:chgData name="Dharmik Patel" userId="11b69211d8d74dad" providerId="Windows Live" clId="Web-{E8ED5B19-B67D-609C-B8B6-4EAEB8342444}" dt="2025-11-04T14:09:08.032" v="259"/>
          <ac:spMkLst>
            <pc:docMk/>
            <pc:sldMk cId="3606904567" sldId="269"/>
            <ac:spMk id="14" creationId="{1A86AEE2-2F96-8147-414C-A2C9500D4C39}"/>
          </ac:spMkLst>
        </pc:spChg>
        <pc:spChg chg="del">
          <ac:chgData name="Dharmik Patel" userId="11b69211d8d74dad" providerId="Windows Live" clId="Web-{E8ED5B19-B67D-609C-B8B6-4EAEB8342444}" dt="2025-11-04T14:09:08.032" v="258"/>
          <ac:spMkLst>
            <pc:docMk/>
            <pc:sldMk cId="3606904567" sldId="269"/>
            <ac:spMk id="15" creationId="{AD8C04AC-22DE-15A0-CDE1-B37751E897DF}"/>
          </ac:spMkLst>
        </pc:spChg>
        <pc:spChg chg="del">
          <ac:chgData name="Dharmik Patel" userId="11b69211d8d74dad" providerId="Windows Live" clId="Web-{E8ED5B19-B67D-609C-B8B6-4EAEB8342444}" dt="2025-11-04T14:09:08.032" v="257"/>
          <ac:spMkLst>
            <pc:docMk/>
            <pc:sldMk cId="3606904567" sldId="269"/>
            <ac:spMk id="16" creationId="{EF14A972-2A6B-9296-9D2A-812C954262AF}"/>
          </ac:spMkLst>
        </pc:spChg>
        <pc:graphicFrameChg chg="add del mod">
          <ac:chgData name="Dharmik Patel" userId="11b69211d8d74dad" providerId="Windows Live" clId="Web-{E8ED5B19-B67D-609C-B8B6-4EAEB8342444}" dt="2025-11-04T14:24:03.527" v="536"/>
          <ac:graphicFrameMkLst>
            <pc:docMk/>
            <pc:sldMk cId="3606904567" sldId="269"/>
            <ac:graphicFrameMk id="3" creationId="{CC3D165F-3B76-5FA7-AFFA-2EF5DFFE5FC6}"/>
          </ac:graphicFrameMkLst>
        </pc:graphicFrameChg>
        <pc:graphicFrameChg chg="add mod">
          <ac:chgData name="Dharmik Patel" userId="11b69211d8d74dad" providerId="Windows Live" clId="Web-{E8ED5B19-B67D-609C-B8B6-4EAEB8342444}" dt="2025-11-04T14:24:04.308" v="537"/>
          <ac:graphicFrameMkLst>
            <pc:docMk/>
            <pc:sldMk cId="3606904567" sldId="269"/>
            <ac:graphicFrameMk id="5" creationId="{8681AE03-EA12-C434-3188-AB51022496EE}"/>
          </ac:graphicFrameMkLst>
        </pc:graphicFrameChg>
        <pc:picChg chg="del">
          <ac:chgData name="Dharmik Patel" userId="11b69211d8d74dad" providerId="Windows Live" clId="Web-{E8ED5B19-B67D-609C-B8B6-4EAEB8342444}" dt="2025-11-04T14:09:08.032" v="261"/>
          <ac:picMkLst>
            <pc:docMk/>
            <pc:sldMk cId="3606904567" sldId="269"/>
            <ac:picMk id="12" creationId="{0C29FF52-66CB-4D57-8B9D-55AAE768B32A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0:49.080" v="345"/>
        <pc:sldMkLst>
          <pc:docMk/>
          <pc:sldMk cId="3123533652" sldId="270"/>
        </pc:sldMkLst>
        <pc:spChg chg="add">
          <ac:chgData name="Dharmik Patel" userId="11b69211d8d74dad" providerId="Windows Live" clId="Web-{E8ED5B19-B67D-609C-B8B6-4EAEB8342444}" dt="2025-11-04T14:10:49.080" v="345"/>
          <ac:spMkLst>
            <pc:docMk/>
            <pc:sldMk cId="3123533652" sldId="270"/>
            <ac:spMk id="2" creationId="{19A8751B-FFE1-97C9-D730-BF13D5C2C5DC}"/>
          </ac:spMkLst>
        </pc:spChg>
        <pc:spChg chg="add">
          <ac:chgData name="Dharmik Patel" userId="11b69211d8d74dad" providerId="Windows Live" clId="Web-{E8ED5B19-B67D-609C-B8B6-4EAEB8342444}" dt="2025-11-04T14:10:49.080" v="345"/>
          <ac:spMkLst>
            <pc:docMk/>
            <pc:sldMk cId="3123533652" sldId="270"/>
            <ac:spMk id="3" creationId="{CBA355B4-6400-F799-E27D-6C32DC9FAB59}"/>
          </ac:spMkLst>
        </pc:spChg>
        <pc:spChg chg="add">
          <ac:chgData name="Dharmik Patel" userId="11b69211d8d74dad" providerId="Windows Live" clId="Web-{E8ED5B19-B67D-609C-B8B6-4EAEB8342444}" dt="2025-11-04T14:10:49.080" v="345"/>
          <ac:spMkLst>
            <pc:docMk/>
            <pc:sldMk cId="3123533652" sldId="270"/>
            <ac:spMk id="4" creationId="{3FE56D2E-D2A7-3651-B894-DDDD294BBC1A}"/>
          </ac:spMkLst>
        </pc:spChg>
        <pc:spChg chg="del">
          <ac:chgData name="Dharmik Patel" userId="11b69211d8d74dad" providerId="Windows Live" clId="Web-{E8ED5B19-B67D-609C-B8B6-4EAEB8342444}" dt="2025-11-04T14:09:05.548" v="255"/>
          <ac:spMkLst>
            <pc:docMk/>
            <pc:sldMk cId="3123533652" sldId="270"/>
            <ac:spMk id="13" creationId="{B6D7ED39-46DB-EB3F-55B3-71FC8DC43905}"/>
          </ac:spMkLst>
        </pc:spChg>
        <pc:spChg chg="del">
          <ac:chgData name="Dharmik Patel" userId="11b69211d8d74dad" providerId="Windows Live" clId="Web-{E8ED5B19-B67D-609C-B8B6-4EAEB8342444}" dt="2025-11-04T14:09:05.548" v="254"/>
          <ac:spMkLst>
            <pc:docMk/>
            <pc:sldMk cId="3123533652" sldId="270"/>
            <ac:spMk id="14" creationId="{B6FCC311-6DC1-D1D1-3D83-868C799E0A75}"/>
          </ac:spMkLst>
        </pc:spChg>
        <pc:spChg chg="del">
          <ac:chgData name="Dharmik Patel" userId="11b69211d8d74dad" providerId="Windows Live" clId="Web-{E8ED5B19-B67D-609C-B8B6-4EAEB8342444}" dt="2025-11-04T14:09:05.548" v="253"/>
          <ac:spMkLst>
            <pc:docMk/>
            <pc:sldMk cId="3123533652" sldId="270"/>
            <ac:spMk id="15" creationId="{1BC6BB00-2CA2-F811-FB3A-6D8D27FC607C}"/>
          </ac:spMkLst>
        </pc:spChg>
        <pc:spChg chg="del">
          <ac:chgData name="Dharmik Patel" userId="11b69211d8d74dad" providerId="Windows Live" clId="Web-{E8ED5B19-B67D-609C-B8B6-4EAEB8342444}" dt="2025-11-04T14:09:05.548" v="252"/>
          <ac:spMkLst>
            <pc:docMk/>
            <pc:sldMk cId="3123533652" sldId="270"/>
            <ac:spMk id="16" creationId="{0FF89D80-8FAE-043F-1143-BA8A96D9E2C4}"/>
          </ac:spMkLst>
        </pc:spChg>
        <pc:picChg chg="del">
          <ac:chgData name="Dharmik Patel" userId="11b69211d8d74dad" providerId="Windows Live" clId="Web-{E8ED5B19-B67D-609C-B8B6-4EAEB8342444}" dt="2025-11-04T14:09:05.548" v="256"/>
          <ac:picMkLst>
            <pc:docMk/>
            <pc:sldMk cId="3123533652" sldId="270"/>
            <ac:picMk id="12" creationId="{775D38F2-7FF3-2D8E-3FD9-5A9B27728300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0:56.518" v="346"/>
        <pc:sldMkLst>
          <pc:docMk/>
          <pc:sldMk cId="3900793422" sldId="271"/>
        </pc:sldMkLst>
        <pc:spChg chg="add">
          <ac:chgData name="Dharmik Patel" userId="11b69211d8d74dad" providerId="Windows Live" clId="Web-{E8ED5B19-B67D-609C-B8B6-4EAEB8342444}" dt="2025-11-04T14:10:56.518" v="346"/>
          <ac:spMkLst>
            <pc:docMk/>
            <pc:sldMk cId="3900793422" sldId="271"/>
            <ac:spMk id="2" creationId="{476C9952-51E0-8493-FDC5-BB0C87498989}"/>
          </ac:spMkLst>
        </pc:spChg>
        <pc:spChg chg="add">
          <ac:chgData name="Dharmik Patel" userId="11b69211d8d74dad" providerId="Windows Live" clId="Web-{E8ED5B19-B67D-609C-B8B6-4EAEB8342444}" dt="2025-11-04T14:10:56.518" v="346"/>
          <ac:spMkLst>
            <pc:docMk/>
            <pc:sldMk cId="3900793422" sldId="271"/>
            <ac:spMk id="3" creationId="{7FE2959F-46C2-A9CB-19EF-5D05065B8995}"/>
          </ac:spMkLst>
        </pc:spChg>
        <pc:spChg chg="add">
          <ac:chgData name="Dharmik Patel" userId="11b69211d8d74dad" providerId="Windows Live" clId="Web-{E8ED5B19-B67D-609C-B8B6-4EAEB8342444}" dt="2025-11-04T14:10:56.518" v="346"/>
          <ac:spMkLst>
            <pc:docMk/>
            <pc:sldMk cId="3900793422" sldId="271"/>
            <ac:spMk id="4" creationId="{F9A8E8A7-AEDC-4968-DD72-2B9B5F80BBB7}"/>
          </ac:spMkLst>
        </pc:spChg>
        <pc:spChg chg="del">
          <ac:chgData name="Dharmik Patel" userId="11b69211d8d74dad" providerId="Windows Live" clId="Web-{E8ED5B19-B67D-609C-B8B6-4EAEB8342444}" dt="2025-11-04T14:09:03.110" v="250"/>
          <ac:spMkLst>
            <pc:docMk/>
            <pc:sldMk cId="3900793422" sldId="271"/>
            <ac:spMk id="13" creationId="{0C9783FA-747E-9412-13E2-8F8E8C1056CC}"/>
          </ac:spMkLst>
        </pc:spChg>
        <pc:spChg chg="del">
          <ac:chgData name="Dharmik Patel" userId="11b69211d8d74dad" providerId="Windows Live" clId="Web-{E8ED5B19-B67D-609C-B8B6-4EAEB8342444}" dt="2025-11-04T14:09:03.110" v="249"/>
          <ac:spMkLst>
            <pc:docMk/>
            <pc:sldMk cId="3900793422" sldId="271"/>
            <ac:spMk id="14" creationId="{65916841-F1D8-B287-5D93-04D7D1E80AD6}"/>
          </ac:spMkLst>
        </pc:spChg>
        <pc:spChg chg="del">
          <ac:chgData name="Dharmik Patel" userId="11b69211d8d74dad" providerId="Windows Live" clId="Web-{E8ED5B19-B67D-609C-B8B6-4EAEB8342444}" dt="2025-11-04T14:09:03.110" v="248"/>
          <ac:spMkLst>
            <pc:docMk/>
            <pc:sldMk cId="3900793422" sldId="271"/>
            <ac:spMk id="15" creationId="{77E0F8E7-63DD-52C3-DBD1-8257F7BDE8ED}"/>
          </ac:spMkLst>
        </pc:spChg>
        <pc:spChg chg="del">
          <ac:chgData name="Dharmik Patel" userId="11b69211d8d74dad" providerId="Windows Live" clId="Web-{E8ED5B19-B67D-609C-B8B6-4EAEB8342444}" dt="2025-11-04T14:09:03.110" v="247"/>
          <ac:spMkLst>
            <pc:docMk/>
            <pc:sldMk cId="3900793422" sldId="271"/>
            <ac:spMk id="16" creationId="{CC21D517-CD4A-D85D-F5ED-B2C3FEBAFEA5}"/>
          </ac:spMkLst>
        </pc:spChg>
        <pc:picChg chg="del">
          <ac:chgData name="Dharmik Patel" userId="11b69211d8d74dad" providerId="Windows Live" clId="Web-{E8ED5B19-B67D-609C-B8B6-4EAEB8342444}" dt="2025-11-04T14:09:03.110" v="251"/>
          <ac:picMkLst>
            <pc:docMk/>
            <pc:sldMk cId="3900793422" sldId="271"/>
            <ac:picMk id="12" creationId="{4B7EB4E8-0863-8055-734D-402E614B5028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1:02.815" v="347"/>
        <pc:sldMkLst>
          <pc:docMk/>
          <pc:sldMk cId="2424521056" sldId="272"/>
        </pc:sldMkLst>
        <pc:spChg chg="add">
          <ac:chgData name="Dharmik Patel" userId="11b69211d8d74dad" providerId="Windows Live" clId="Web-{E8ED5B19-B67D-609C-B8B6-4EAEB8342444}" dt="2025-11-04T14:11:02.815" v="347"/>
          <ac:spMkLst>
            <pc:docMk/>
            <pc:sldMk cId="2424521056" sldId="272"/>
            <ac:spMk id="2" creationId="{FF2728CF-D9D7-1952-CE65-B8F454932F75}"/>
          </ac:spMkLst>
        </pc:spChg>
        <pc:spChg chg="add">
          <ac:chgData name="Dharmik Patel" userId="11b69211d8d74dad" providerId="Windows Live" clId="Web-{E8ED5B19-B67D-609C-B8B6-4EAEB8342444}" dt="2025-11-04T14:11:02.815" v="347"/>
          <ac:spMkLst>
            <pc:docMk/>
            <pc:sldMk cId="2424521056" sldId="272"/>
            <ac:spMk id="3" creationId="{3B53B067-BDA8-6244-F2B9-025A2F77AFED}"/>
          </ac:spMkLst>
        </pc:spChg>
        <pc:spChg chg="add">
          <ac:chgData name="Dharmik Patel" userId="11b69211d8d74dad" providerId="Windows Live" clId="Web-{E8ED5B19-B67D-609C-B8B6-4EAEB8342444}" dt="2025-11-04T14:11:02.815" v="347"/>
          <ac:spMkLst>
            <pc:docMk/>
            <pc:sldMk cId="2424521056" sldId="272"/>
            <ac:spMk id="4" creationId="{96F6255C-32E9-7076-D3E0-D4773FCC5785}"/>
          </ac:spMkLst>
        </pc:spChg>
        <pc:spChg chg="del">
          <ac:chgData name="Dharmik Patel" userId="11b69211d8d74dad" providerId="Windows Live" clId="Web-{E8ED5B19-B67D-609C-B8B6-4EAEB8342444}" dt="2025-11-04T14:08:57.860" v="245"/>
          <ac:spMkLst>
            <pc:docMk/>
            <pc:sldMk cId="2424521056" sldId="272"/>
            <ac:spMk id="13" creationId="{7F2DB79F-0951-5E85-5C86-C2B8C7E0E58E}"/>
          </ac:spMkLst>
        </pc:spChg>
        <pc:spChg chg="del">
          <ac:chgData name="Dharmik Patel" userId="11b69211d8d74dad" providerId="Windows Live" clId="Web-{E8ED5B19-B67D-609C-B8B6-4EAEB8342444}" dt="2025-11-04T14:08:57.860" v="244"/>
          <ac:spMkLst>
            <pc:docMk/>
            <pc:sldMk cId="2424521056" sldId="272"/>
            <ac:spMk id="14" creationId="{3950FDA0-4F5E-D047-FF67-F3598F2B80D0}"/>
          </ac:spMkLst>
        </pc:spChg>
        <pc:spChg chg="del">
          <ac:chgData name="Dharmik Patel" userId="11b69211d8d74dad" providerId="Windows Live" clId="Web-{E8ED5B19-B67D-609C-B8B6-4EAEB8342444}" dt="2025-11-04T14:08:57.860" v="243"/>
          <ac:spMkLst>
            <pc:docMk/>
            <pc:sldMk cId="2424521056" sldId="272"/>
            <ac:spMk id="15" creationId="{5C97F4EE-81BE-8A44-1386-766260F88B1F}"/>
          </ac:spMkLst>
        </pc:spChg>
        <pc:spChg chg="del">
          <ac:chgData name="Dharmik Patel" userId="11b69211d8d74dad" providerId="Windows Live" clId="Web-{E8ED5B19-B67D-609C-B8B6-4EAEB8342444}" dt="2025-11-04T14:08:57.860" v="242"/>
          <ac:spMkLst>
            <pc:docMk/>
            <pc:sldMk cId="2424521056" sldId="272"/>
            <ac:spMk id="16" creationId="{7755C333-4D02-7F38-4AFC-CEBF886FC19C}"/>
          </ac:spMkLst>
        </pc:spChg>
        <pc:picChg chg="del">
          <ac:chgData name="Dharmik Patel" userId="11b69211d8d74dad" providerId="Windows Live" clId="Web-{E8ED5B19-B67D-609C-B8B6-4EAEB8342444}" dt="2025-11-04T14:08:57.860" v="246"/>
          <ac:picMkLst>
            <pc:docMk/>
            <pc:sldMk cId="2424521056" sldId="272"/>
            <ac:picMk id="12" creationId="{3F10685A-C850-28B8-B0FA-F3D66B70E6E3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39:37.896" v="608"/>
        <pc:sldMkLst>
          <pc:docMk/>
          <pc:sldMk cId="154345483" sldId="273"/>
        </pc:sldMkLst>
        <pc:spChg chg="add">
          <ac:chgData name="Dharmik Patel" userId="11b69211d8d74dad" providerId="Windows Live" clId="Web-{E8ED5B19-B67D-609C-B8B6-4EAEB8342444}" dt="2025-11-04T14:11:08.534" v="348"/>
          <ac:spMkLst>
            <pc:docMk/>
            <pc:sldMk cId="154345483" sldId="273"/>
            <ac:spMk id="2" creationId="{9AAFF002-3A03-4D87-2786-153F8F342A33}"/>
          </ac:spMkLst>
        </pc:spChg>
        <pc:spChg chg="add">
          <ac:chgData name="Dharmik Patel" userId="11b69211d8d74dad" providerId="Windows Live" clId="Web-{E8ED5B19-B67D-609C-B8B6-4EAEB8342444}" dt="2025-11-04T14:11:08.534" v="348"/>
          <ac:spMkLst>
            <pc:docMk/>
            <pc:sldMk cId="154345483" sldId="273"/>
            <ac:spMk id="3" creationId="{3711EF70-99D5-E672-B28B-A2B509B8B640}"/>
          </ac:spMkLst>
        </pc:spChg>
        <pc:spChg chg="del">
          <ac:chgData name="Dharmik Patel" userId="11b69211d8d74dad" providerId="Windows Live" clId="Web-{E8ED5B19-B67D-609C-B8B6-4EAEB8342444}" dt="2025-11-04T14:08:54.860" v="240"/>
          <ac:spMkLst>
            <pc:docMk/>
            <pc:sldMk cId="154345483" sldId="273"/>
            <ac:spMk id="13" creationId="{378D1D51-0107-70D4-3C07-73AAB7D27553}"/>
          </ac:spMkLst>
        </pc:spChg>
        <pc:spChg chg="del">
          <ac:chgData name="Dharmik Patel" userId="11b69211d8d74dad" providerId="Windows Live" clId="Web-{E8ED5B19-B67D-609C-B8B6-4EAEB8342444}" dt="2025-11-04T14:08:54.860" v="239"/>
          <ac:spMkLst>
            <pc:docMk/>
            <pc:sldMk cId="154345483" sldId="273"/>
            <ac:spMk id="14" creationId="{B8236BF4-2F53-ACD1-9E36-4C9D2B3A2E62}"/>
          </ac:spMkLst>
        </pc:spChg>
        <pc:spChg chg="del">
          <ac:chgData name="Dharmik Patel" userId="11b69211d8d74dad" providerId="Windows Live" clId="Web-{E8ED5B19-B67D-609C-B8B6-4EAEB8342444}" dt="2025-11-04T14:08:54.860" v="238"/>
          <ac:spMkLst>
            <pc:docMk/>
            <pc:sldMk cId="154345483" sldId="273"/>
            <ac:spMk id="15" creationId="{4F0A7770-8A96-AC64-6B83-547A2C4835E3}"/>
          </ac:spMkLst>
        </pc:spChg>
        <pc:spChg chg="del">
          <ac:chgData name="Dharmik Patel" userId="11b69211d8d74dad" providerId="Windows Live" clId="Web-{E8ED5B19-B67D-609C-B8B6-4EAEB8342444}" dt="2025-11-04T14:08:54.860" v="237"/>
          <ac:spMkLst>
            <pc:docMk/>
            <pc:sldMk cId="154345483" sldId="273"/>
            <ac:spMk id="16" creationId="{812DCE23-69C1-ED7D-DB9D-819A53B555AC}"/>
          </ac:spMkLst>
        </pc:spChg>
        <pc:picChg chg="del">
          <ac:chgData name="Dharmik Patel" userId="11b69211d8d74dad" providerId="Windows Live" clId="Web-{E8ED5B19-B67D-609C-B8B6-4EAEB8342444}" dt="2025-11-04T14:08:54.860" v="241"/>
          <ac:picMkLst>
            <pc:docMk/>
            <pc:sldMk cId="154345483" sldId="273"/>
            <ac:picMk id="12" creationId="{C07B5F6E-B58C-D787-6B5A-224258463C2D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1:13.643" v="349"/>
        <pc:sldMkLst>
          <pc:docMk/>
          <pc:sldMk cId="273651400" sldId="274"/>
        </pc:sldMkLst>
        <pc:spChg chg="add">
          <ac:chgData name="Dharmik Patel" userId="11b69211d8d74dad" providerId="Windows Live" clId="Web-{E8ED5B19-B67D-609C-B8B6-4EAEB8342444}" dt="2025-11-04T14:11:13.643" v="349"/>
          <ac:spMkLst>
            <pc:docMk/>
            <pc:sldMk cId="273651400" sldId="274"/>
            <ac:spMk id="2" creationId="{9FA4537D-5497-5D61-938D-176363CD2FE8}"/>
          </ac:spMkLst>
        </pc:spChg>
        <pc:spChg chg="add">
          <ac:chgData name="Dharmik Patel" userId="11b69211d8d74dad" providerId="Windows Live" clId="Web-{E8ED5B19-B67D-609C-B8B6-4EAEB8342444}" dt="2025-11-04T14:11:13.643" v="349"/>
          <ac:spMkLst>
            <pc:docMk/>
            <pc:sldMk cId="273651400" sldId="274"/>
            <ac:spMk id="3" creationId="{B79206ED-D0E8-5DB6-FC62-3AFB84FFB25B}"/>
          </ac:spMkLst>
        </pc:spChg>
        <pc:spChg chg="del">
          <ac:chgData name="Dharmik Patel" userId="11b69211d8d74dad" providerId="Windows Live" clId="Web-{E8ED5B19-B67D-609C-B8B6-4EAEB8342444}" dt="2025-11-04T14:08:49.626" v="235"/>
          <ac:spMkLst>
            <pc:docMk/>
            <pc:sldMk cId="273651400" sldId="274"/>
            <ac:spMk id="13" creationId="{4351A465-1FF0-9C31-E1D8-B403C285B445}"/>
          </ac:spMkLst>
        </pc:spChg>
        <pc:spChg chg="del">
          <ac:chgData name="Dharmik Patel" userId="11b69211d8d74dad" providerId="Windows Live" clId="Web-{E8ED5B19-B67D-609C-B8B6-4EAEB8342444}" dt="2025-11-04T14:08:49.626" v="234"/>
          <ac:spMkLst>
            <pc:docMk/>
            <pc:sldMk cId="273651400" sldId="274"/>
            <ac:spMk id="14" creationId="{2A721079-65E6-2DB1-8BD2-B7E4B8079B09}"/>
          </ac:spMkLst>
        </pc:spChg>
        <pc:spChg chg="del">
          <ac:chgData name="Dharmik Patel" userId="11b69211d8d74dad" providerId="Windows Live" clId="Web-{E8ED5B19-B67D-609C-B8B6-4EAEB8342444}" dt="2025-11-04T14:08:49.626" v="233"/>
          <ac:spMkLst>
            <pc:docMk/>
            <pc:sldMk cId="273651400" sldId="274"/>
            <ac:spMk id="15" creationId="{BE6A6EDB-4169-3E24-B40C-61B883CBFDCA}"/>
          </ac:spMkLst>
        </pc:spChg>
        <pc:spChg chg="del">
          <ac:chgData name="Dharmik Patel" userId="11b69211d8d74dad" providerId="Windows Live" clId="Web-{E8ED5B19-B67D-609C-B8B6-4EAEB8342444}" dt="2025-11-04T14:08:49.626" v="232"/>
          <ac:spMkLst>
            <pc:docMk/>
            <pc:sldMk cId="273651400" sldId="274"/>
            <ac:spMk id="16" creationId="{18A8948D-AC6A-D35E-C1CE-2F76628B3CDE}"/>
          </ac:spMkLst>
        </pc:spChg>
        <pc:picChg chg="del">
          <ac:chgData name="Dharmik Patel" userId="11b69211d8d74dad" providerId="Windows Live" clId="Web-{E8ED5B19-B67D-609C-B8B6-4EAEB8342444}" dt="2025-11-04T14:08:49.626" v="236"/>
          <ac:picMkLst>
            <pc:docMk/>
            <pc:sldMk cId="273651400" sldId="274"/>
            <ac:picMk id="12" creationId="{7FFBF664-8C23-8914-CF85-0279A447D78B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1:18.550" v="350"/>
        <pc:sldMkLst>
          <pc:docMk/>
          <pc:sldMk cId="139027385" sldId="275"/>
        </pc:sldMkLst>
        <pc:spChg chg="add">
          <ac:chgData name="Dharmik Patel" userId="11b69211d8d74dad" providerId="Windows Live" clId="Web-{E8ED5B19-B67D-609C-B8B6-4EAEB8342444}" dt="2025-11-04T14:11:18.550" v="350"/>
          <ac:spMkLst>
            <pc:docMk/>
            <pc:sldMk cId="139027385" sldId="275"/>
            <ac:spMk id="2" creationId="{CA5E3D25-537D-4C1D-28E9-11D1AD917206}"/>
          </ac:spMkLst>
        </pc:spChg>
        <pc:spChg chg="add">
          <ac:chgData name="Dharmik Patel" userId="11b69211d8d74dad" providerId="Windows Live" clId="Web-{E8ED5B19-B67D-609C-B8B6-4EAEB8342444}" dt="2025-11-04T14:11:18.550" v="350"/>
          <ac:spMkLst>
            <pc:docMk/>
            <pc:sldMk cId="139027385" sldId="275"/>
            <ac:spMk id="3" creationId="{E304B17C-A498-111E-A1B9-52A5B1A93685}"/>
          </ac:spMkLst>
        </pc:spChg>
        <pc:spChg chg="add">
          <ac:chgData name="Dharmik Patel" userId="11b69211d8d74dad" providerId="Windows Live" clId="Web-{E8ED5B19-B67D-609C-B8B6-4EAEB8342444}" dt="2025-11-04T14:11:18.550" v="350"/>
          <ac:spMkLst>
            <pc:docMk/>
            <pc:sldMk cId="139027385" sldId="275"/>
            <ac:spMk id="4" creationId="{97B87BFC-3343-A4E4-10F4-B207919B5443}"/>
          </ac:spMkLst>
        </pc:spChg>
        <pc:spChg chg="del">
          <ac:chgData name="Dharmik Patel" userId="11b69211d8d74dad" providerId="Windows Live" clId="Web-{E8ED5B19-B67D-609C-B8B6-4EAEB8342444}" dt="2025-11-04T14:08:45.938" v="230"/>
          <ac:spMkLst>
            <pc:docMk/>
            <pc:sldMk cId="139027385" sldId="275"/>
            <ac:spMk id="13" creationId="{472F6E2F-B34B-E1DD-300A-5CF1323FBCCB}"/>
          </ac:spMkLst>
        </pc:spChg>
        <pc:spChg chg="del">
          <ac:chgData name="Dharmik Patel" userId="11b69211d8d74dad" providerId="Windows Live" clId="Web-{E8ED5B19-B67D-609C-B8B6-4EAEB8342444}" dt="2025-11-04T14:08:45.938" v="229"/>
          <ac:spMkLst>
            <pc:docMk/>
            <pc:sldMk cId="139027385" sldId="275"/>
            <ac:spMk id="14" creationId="{5DC51420-788D-ED11-FF07-B48BF93C6655}"/>
          </ac:spMkLst>
        </pc:spChg>
        <pc:spChg chg="del">
          <ac:chgData name="Dharmik Patel" userId="11b69211d8d74dad" providerId="Windows Live" clId="Web-{E8ED5B19-B67D-609C-B8B6-4EAEB8342444}" dt="2025-11-04T14:08:45.938" v="228"/>
          <ac:spMkLst>
            <pc:docMk/>
            <pc:sldMk cId="139027385" sldId="275"/>
            <ac:spMk id="15" creationId="{4E18BBC6-1D79-2757-78AB-C99E50AE9A86}"/>
          </ac:spMkLst>
        </pc:spChg>
        <pc:spChg chg="del">
          <ac:chgData name="Dharmik Patel" userId="11b69211d8d74dad" providerId="Windows Live" clId="Web-{E8ED5B19-B67D-609C-B8B6-4EAEB8342444}" dt="2025-11-04T14:08:45.938" v="227"/>
          <ac:spMkLst>
            <pc:docMk/>
            <pc:sldMk cId="139027385" sldId="275"/>
            <ac:spMk id="16" creationId="{A61FC531-F634-B96C-2D8A-3174A1C17699}"/>
          </ac:spMkLst>
        </pc:spChg>
        <pc:picChg chg="del">
          <ac:chgData name="Dharmik Patel" userId="11b69211d8d74dad" providerId="Windows Live" clId="Web-{E8ED5B19-B67D-609C-B8B6-4EAEB8342444}" dt="2025-11-04T14:08:45.938" v="231"/>
          <ac:picMkLst>
            <pc:docMk/>
            <pc:sldMk cId="139027385" sldId="275"/>
            <ac:picMk id="12" creationId="{9A057BF6-51FA-524F-E32D-AF4E300B3C03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1:23.800" v="351"/>
        <pc:sldMkLst>
          <pc:docMk/>
          <pc:sldMk cId="1383696568" sldId="276"/>
        </pc:sldMkLst>
        <pc:spChg chg="add">
          <ac:chgData name="Dharmik Patel" userId="11b69211d8d74dad" providerId="Windows Live" clId="Web-{E8ED5B19-B67D-609C-B8B6-4EAEB8342444}" dt="2025-11-04T14:11:23.800" v="351"/>
          <ac:spMkLst>
            <pc:docMk/>
            <pc:sldMk cId="1383696568" sldId="276"/>
            <ac:spMk id="2" creationId="{3B8945BC-73E0-71DC-C147-1DBDE21D082A}"/>
          </ac:spMkLst>
        </pc:spChg>
        <pc:spChg chg="add">
          <ac:chgData name="Dharmik Patel" userId="11b69211d8d74dad" providerId="Windows Live" clId="Web-{E8ED5B19-B67D-609C-B8B6-4EAEB8342444}" dt="2025-11-04T14:11:23.800" v="351"/>
          <ac:spMkLst>
            <pc:docMk/>
            <pc:sldMk cId="1383696568" sldId="276"/>
            <ac:spMk id="3" creationId="{789D1468-5D57-BB8C-0D28-D29877DCCE27}"/>
          </ac:spMkLst>
        </pc:spChg>
        <pc:spChg chg="add">
          <ac:chgData name="Dharmik Patel" userId="11b69211d8d74dad" providerId="Windows Live" clId="Web-{E8ED5B19-B67D-609C-B8B6-4EAEB8342444}" dt="2025-11-04T14:11:23.800" v="351"/>
          <ac:spMkLst>
            <pc:docMk/>
            <pc:sldMk cId="1383696568" sldId="276"/>
            <ac:spMk id="4" creationId="{AEAD418B-DFE0-1C6D-28AE-ED1A869FFE79}"/>
          </ac:spMkLst>
        </pc:spChg>
        <pc:spChg chg="del">
          <ac:chgData name="Dharmik Patel" userId="11b69211d8d74dad" providerId="Windows Live" clId="Web-{E8ED5B19-B67D-609C-B8B6-4EAEB8342444}" dt="2025-11-04T14:08:43.782" v="225"/>
          <ac:spMkLst>
            <pc:docMk/>
            <pc:sldMk cId="1383696568" sldId="276"/>
            <ac:spMk id="13" creationId="{F76F2649-715C-50DB-C253-71ED77BE1317}"/>
          </ac:spMkLst>
        </pc:spChg>
        <pc:spChg chg="del">
          <ac:chgData name="Dharmik Patel" userId="11b69211d8d74dad" providerId="Windows Live" clId="Web-{E8ED5B19-B67D-609C-B8B6-4EAEB8342444}" dt="2025-11-04T14:08:43.766" v="224"/>
          <ac:spMkLst>
            <pc:docMk/>
            <pc:sldMk cId="1383696568" sldId="276"/>
            <ac:spMk id="14" creationId="{9AE8F355-DA38-D31D-7F30-EB86773A6E22}"/>
          </ac:spMkLst>
        </pc:spChg>
        <pc:spChg chg="del">
          <ac:chgData name="Dharmik Patel" userId="11b69211d8d74dad" providerId="Windows Live" clId="Web-{E8ED5B19-B67D-609C-B8B6-4EAEB8342444}" dt="2025-11-04T14:08:43.766" v="223"/>
          <ac:spMkLst>
            <pc:docMk/>
            <pc:sldMk cId="1383696568" sldId="276"/>
            <ac:spMk id="15" creationId="{42A6EA16-393A-E870-40BB-87E74C1EC127}"/>
          </ac:spMkLst>
        </pc:spChg>
        <pc:spChg chg="del">
          <ac:chgData name="Dharmik Patel" userId="11b69211d8d74dad" providerId="Windows Live" clId="Web-{E8ED5B19-B67D-609C-B8B6-4EAEB8342444}" dt="2025-11-04T14:08:43.766" v="222"/>
          <ac:spMkLst>
            <pc:docMk/>
            <pc:sldMk cId="1383696568" sldId="276"/>
            <ac:spMk id="16" creationId="{E9559A83-6102-F96D-8B1E-CDB79FBE4DCA}"/>
          </ac:spMkLst>
        </pc:spChg>
        <pc:picChg chg="del">
          <ac:chgData name="Dharmik Patel" userId="11b69211d8d74dad" providerId="Windows Live" clId="Web-{E8ED5B19-B67D-609C-B8B6-4EAEB8342444}" dt="2025-11-04T14:08:43.782" v="226"/>
          <ac:picMkLst>
            <pc:docMk/>
            <pc:sldMk cId="1383696568" sldId="276"/>
            <ac:picMk id="12" creationId="{FE195EB5-81C1-B7F2-2F46-9AA30E8B1E9B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38:52.130" v="607" actId="14100"/>
        <pc:sldMkLst>
          <pc:docMk/>
          <pc:sldMk cId="1314959639" sldId="277"/>
        </pc:sldMkLst>
        <pc:spChg chg="add">
          <ac:chgData name="Dharmik Patel" userId="11b69211d8d74dad" providerId="Windows Live" clId="Web-{E8ED5B19-B67D-609C-B8B6-4EAEB8342444}" dt="2025-11-04T14:11:28.784" v="352"/>
          <ac:spMkLst>
            <pc:docMk/>
            <pc:sldMk cId="1314959639" sldId="277"/>
            <ac:spMk id="3" creationId="{45AC4EAF-B4E7-E313-46C6-CD4180D788A4}"/>
          </ac:spMkLst>
        </pc:spChg>
        <pc:spChg chg="add">
          <ac:chgData name="Dharmik Patel" userId="11b69211d8d74dad" providerId="Windows Live" clId="Web-{E8ED5B19-B67D-609C-B8B6-4EAEB8342444}" dt="2025-11-04T14:11:28.784" v="352"/>
          <ac:spMkLst>
            <pc:docMk/>
            <pc:sldMk cId="1314959639" sldId="277"/>
            <ac:spMk id="4" creationId="{A954051C-D3AB-D72A-BB93-2B87CA36B301}"/>
          </ac:spMkLst>
        </pc:spChg>
        <pc:spChg chg="add mod">
          <ac:chgData name="Dharmik Patel" userId="11b69211d8d74dad" providerId="Windows Live" clId="Web-{E8ED5B19-B67D-609C-B8B6-4EAEB8342444}" dt="2025-11-04T14:38:42.692" v="605" actId="14100"/>
          <ac:spMkLst>
            <pc:docMk/>
            <pc:sldMk cId="1314959639" sldId="277"/>
            <ac:spMk id="5" creationId="{FD937B0E-E6C3-9D38-CB14-F8A9D788E41D}"/>
          </ac:spMkLst>
        </pc:spChg>
        <pc:spChg chg="del">
          <ac:chgData name="Dharmik Patel" userId="11b69211d8d74dad" providerId="Windows Live" clId="Web-{E8ED5B19-B67D-609C-B8B6-4EAEB8342444}" dt="2025-11-04T14:08:40.876" v="220"/>
          <ac:spMkLst>
            <pc:docMk/>
            <pc:sldMk cId="1314959639" sldId="277"/>
            <ac:spMk id="13" creationId="{45532462-707E-ACA3-C7BD-5D4524FDA832}"/>
          </ac:spMkLst>
        </pc:spChg>
        <pc:spChg chg="del">
          <ac:chgData name="Dharmik Patel" userId="11b69211d8d74dad" providerId="Windows Live" clId="Web-{E8ED5B19-B67D-609C-B8B6-4EAEB8342444}" dt="2025-11-04T14:08:40.876" v="219"/>
          <ac:spMkLst>
            <pc:docMk/>
            <pc:sldMk cId="1314959639" sldId="277"/>
            <ac:spMk id="14" creationId="{6B9B4FF2-78F5-91AB-98F2-A54F9AA4C312}"/>
          </ac:spMkLst>
        </pc:spChg>
        <pc:spChg chg="del">
          <ac:chgData name="Dharmik Patel" userId="11b69211d8d74dad" providerId="Windows Live" clId="Web-{E8ED5B19-B67D-609C-B8B6-4EAEB8342444}" dt="2025-11-04T14:08:40.876" v="218"/>
          <ac:spMkLst>
            <pc:docMk/>
            <pc:sldMk cId="1314959639" sldId="277"/>
            <ac:spMk id="15" creationId="{5DA94FA3-E1F9-62FF-94A0-3152EC786BEA}"/>
          </ac:spMkLst>
        </pc:spChg>
        <pc:spChg chg="del">
          <ac:chgData name="Dharmik Patel" userId="11b69211d8d74dad" providerId="Windows Live" clId="Web-{E8ED5B19-B67D-609C-B8B6-4EAEB8342444}" dt="2025-11-04T14:08:40.876" v="217"/>
          <ac:spMkLst>
            <pc:docMk/>
            <pc:sldMk cId="1314959639" sldId="277"/>
            <ac:spMk id="16" creationId="{22F0EA2E-5F32-BF07-B024-AE15A9B7ED0C}"/>
          </ac:spMkLst>
        </pc:spChg>
        <pc:picChg chg="add mod">
          <ac:chgData name="Dharmik Patel" userId="11b69211d8d74dad" providerId="Windows Live" clId="Web-{E8ED5B19-B67D-609C-B8B6-4EAEB8342444}" dt="2025-11-04T14:38:52.130" v="607" actId="14100"/>
          <ac:picMkLst>
            <pc:docMk/>
            <pc:sldMk cId="1314959639" sldId="277"/>
            <ac:picMk id="2" creationId="{0F120A7A-7090-F39D-E34F-07523D3CC381}"/>
          </ac:picMkLst>
        </pc:picChg>
        <pc:picChg chg="del">
          <ac:chgData name="Dharmik Patel" userId="11b69211d8d74dad" providerId="Windows Live" clId="Web-{E8ED5B19-B67D-609C-B8B6-4EAEB8342444}" dt="2025-11-04T14:08:40.876" v="221"/>
          <ac:picMkLst>
            <pc:docMk/>
            <pc:sldMk cId="1314959639" sldId="277"/>
            <ac:picMk id="12" creationId="{E4E6E094-E01B-D292-E318-D14E75287F47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1:45.597" v="356"/>
        <pc:sldMkLst>
          <pc:docMk/>
          <pc:sldMk cId="630914452" sldId="278"/>
        </pc:sldMkLst>
        <pc:spChg chg="add">
          <ac:chgData name="Dharmik Patel" userId="11b69211d8d74dad" providerId="Windows Live" clId="Web-{E8ED5B19-B67D-609C-B8B6-4EAEB8342444}" dt="2025-11-04T14:11:45.597" v="356"/>
          <ac:spMkLst>
            <pc:docMk/>
            <pc:sldMk cId="630914452" sldId="278"/>
            <ac:spMk id="2" creationId="{DEC5AB73-0D4F-E389-5586-CF0E05194E4A}"/>
          </ac:spMkLst>
        </pc:spChg>
        <pc:spChg chg="add">
          <ac:chgData name="Dharmik Patel" userId="11b69211d8d74dad" providerId="Windows Live" clId="Web-{E8ED5B19-B67D-609C-B8B6-4EAEB8342444}" dt="2025-11-04T14:11:45.597" v="356"/>
          <ac:spMkLst>
            <pc:docMk/>
            <pc:sldMk cId="630914452" sldId="278"/>
            <ac:spMk id="3" creationId="{5DCB2A0A-A30C-685E-71C1-80F0B4637EEB}"/>
          </ac:spMkLst>
        </pc:spChg>
        <pc:spChg chg="add">
          <ac:chgData name="Dharmik Patel" userId="11b69211d8d74dad" providerId="Windows Live" clId="Web-{E8ED5B19-B67D-609C-B8B6-4EAEB8342444}" dt="2025-11-04T14:11:45.597" v="356"/>
          <ac:spMkLst>
            <pc:docMk/>
            <pc:sldMk cId="630914452" sldId="278"/>
            <ac:spMk id="4" creationId="{0D42B548-B50A-F84F-743B-9F34FACE84A6}"/>
          </ac:spMkLst>
        </pc:spChg>
        <pc:spChg chg="del">
          <ac:chgData name="Dharmik Patel" userId="11b69211d8d74dad" providerId="Windows Live" clId="Web-{E8ED5B19-B67D-609C-B8B6-4EAEB8342444}" dt="2025-11-04T14:08:37.750" v="215"/>
          <ac:spMkLst>
            <pc:docMk/>
            <pc:sldMk cId="630914452" sldId="278"/>
            <ac:spMk id="13" creationId="{36524DD7-1AF1-BE65-352F-505962E3FAC9}"/>
          </ac:spMkLst>
        </pc:spChg>
        <pc:spChg chg="del">
          <ac:chgData name="Dharmik Patel" userId="11b69211d8d74dad" providerId="Windows Live" clId="Web-{E8ED5B19-B67D-609C-B8B6-4EAEB8342444}" dt="2025-11-04T14:08:37.750" v="214"/>
          <ac:spMkLst>
            <pc:docMk/>
            <pc:sldMk cId="630914452" sldId="278"/>
            <ac:spMk id="14" creationId="{A88950EF-72F1-F98D-169D-ADB3DA936348}"/>
          </ac:spMkLst>
        </pc:spChg>
        <pc:spChg chg="del">
          <ac:chgData name="Dharmik Patel" userId="11b69211d8d74dad" providerId="Windows Live" clId="Web-{E8ED5B19-B67D-609C-B8B6-4EAEB8342444}" dt="2025-11-04T14:08:37.750" v="213"/>
          <ac:spMkLst>
            <pc:docMk/>
            <pc:sldMk cId="630914452" sldId="278"/>
            <ac:spMk id="15" creationId="{E760B1AC-13F2-E8D9-C606-7D186B87F5EA}"/>
          </ac:spMkLst>
        </pc:spChg>
        <pc:spChg chg="del">
          <ac:chgData name="Dharmik Patel" userId="11b69211d8d74dad" providerId="Windows Live" clId="Web-{E8ED5B19-B67D-609C-B8B6-4EAEB8342444}" dt="2025-11-04T14:08:37.750" v="212"/>
          <ac:spMkLst>
            <pc:docMk/>
            <pc:sldMk cId="630914452" sldId="278"/>
            <ac:spMk id="16" creationId="{9AD7FC49-C834-3B89-F44F-5219FF80BBA4}"/>
          </ac:spMkLst>
        </pc:spChg>
        <pc:picChg chg="del">
          <ac:chgData name="Dharmik Patel" userId="11b69211d8d74dad" providerId="Windows Live" clId="Web-{E8ED5B19-B67D-609C-B8B6-4EAEB8342444}" dt="2025-11-04T14:08:37.750" v="216"/>
          <ac:picMkLst>
            <pc:docMk/>
            <pc:sldMk cId="630914452" sldId="278"/>
            <ac:picMk id="12" creationId="{90E8AB4E-2D93-42D0-1BEA-5AEE3088F8F7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12:05.238" v="358"/>
        <pc:sldMkLst>
          <pc:docMk/>
          <pc:sldMk cId="4025723032" sldId="279"/>
        </pc:sldMkLst>
        <pc:spChg chg="add">
          <ac:chgData name="Dharmik Patel" userId="11b69211d8d74dad" providerId="Windows Live" clId="Web-{E8ED5B19-B67D-609C-B8B6-4EAEB8342444}" dt="2025-11-04T14:12:05.238" v="358"/>
          <ac:spMkLst>
            <pc:docMk/>
            <pc:sldMk cId="4025723032" sldId="279"/>
            <ac:spMk id="2" creationId="{2D186CC3-E51F-B2A0-3D46-BE29A195D87E}"/>
          </ac:spMkLst>
        </pc:spChg>
        <pc:spChg chg="add">
          <ac:chgData name="Dharmik Patel" userId="11b69211d8d74dad" providerId="Windows Live" clId="Web-{E8ED5B19-B67D-609C-B8B6-4EAEB8342444}" dt="2025-11-04T14:12:05.238" v="358"/>
          <ac:spMkLst>
            <pc:docMk/>
            <pc:sldMk cId="4025723032" sldId="279"/>
            <ac:spMk id="3" creationId="{DBDE9145-C737-56D4-42E6-71A20DB369A7}"/>
          </ac:spMkLst>
        </pc:spChg>
        <pc:spChg chg="add">
          <ac:chgData name="Dharmik Patel" userId="11b69211d8d74dad" providerId="Windows Live" clId="Web-{E8ED5B19-B67D-609C-B8B6-4EAEB8342444}" dt="2025-11-04T14:12:05.238" v="358"/>
          <ac:spMkLst>
            <pc:docMk/>
            <pc:sldMk cId="4025723032" sldId="279"/>
            <ac:spMk id="4" creationId="{E0F105D9-57A0-48A3-6104-D2F0970BA3FE}"/>
          </ac:spMkLst>
        </pc:spChg>
        <pc:spChg chg="del">
          <ac:chgData name="Dharmik Patel" userId="11b69211d8d74dad" providerId="Windows Live" clId="Web-{E8ED5B19-B67D-609C-B8B6-4EAEB8342444}" dt="2025-11-04T14:08:35.063" v="210"/>
          <ac:spMkLst>
            <pc:docMk/>
            <pc:sldMk cId="4025723032" sldId="279"/>
            <ac:spMk id="13" creationId="{CE0D4A72-8F06-5EC5-60C9-F744BE0CBCA8}"/>
          </ac:spMkLst>
        </pc:spChg>
        <pc:spChg chg="del">
          <ac:chgData name="Dharmik Patel" userId="11b69211d8d74dad" providerId="Windows Live" clId="Web-{E8ED5B19-B67D-609C-B8B6-4EAEB8342444}" dt="2025-11-04T14:08:35.063" v="209"/>
          <ac:spMkLst>
            <pc:docMk/>
            <pc:sldMk cId="4025723032" sldId="279"/>
            <ac:spMk id="14" creationId="{5DD691DA-5E4D-5DCF-9365-9BA95F494AB4}"/>
          </ac:spMkLst>
        </pc:spChg>
        <pc:spChg chg="del">
          <ac:chgData name="Dharmik Patel" userId="11b69211d8d74dad" providerId="Windows Live" clId="Web-{E8ED5B19-B67D-609C-B8B6-4EAEB8342444}" dt="2025-11-04T14:08:35.063" v="208"/>
          <ac:spMkLst>
            <pc:docMk/>
            <pc:sldMk cId="4025723032" sldId="279"/>
            <ac:spMk id="15" creationId="{317D5EC2-35DF-F650-562A-45B991BC2136}"/>
          </ac:spMkLst>
        </pc:spChg>
        <pc:spChg chg="del">
          <ac:chgData name="Dharmik Patel" userId="11b69211d8d74dad" providerId="Windows Live" clId="Web-{E8ED5B19-B67D-609C-B8B6-4EAEB8342444}" dt="2025-11-04T14:08:35.063" v="207"/>
          <ac:spMkLst>
            <pc:docMk/>
            <pc:sldMk cId="4025723032" sldId="279"/>
            <ac:spMk id="16" creationId="{20025708-C276-E2ED-2C09-094A9B153EB3}"/>
          </ac:spMkLst>
        </pc:spChg>
        <pc:picChg chg="del">
          <ac:chgData name="Dharmik Patel" userId="11b69211d8d74dad" providerId="Windows Live" clId="Web-{E8ED5B19-B67D-609C-B8B6-4EAEB8342444}" dt="2025-11-04T14:08:35.063" v="211"/>
          <ac:picMkLst>
            <pc:docMk/>
            <pc:sldMk cId="4025723032" sldId="279"/>
            <ac:picMk id="12" creationId="{71EBD17F-3C3F-DD83-4425-3263833CE15A}"/>
          </ac:picMkLst>
        </pc:picChg>
      </pc:sldChg>
      <pc:sldChg chg="addSp delSp modSp add del replId">
        <pc:chgData name="Dharmik Patel" userId="11b69211d8d74dad" providerId="Windows Live" clId="Web-{E8ED5B19-B67D-609C-B8B6-4EAEB8342444}" dt="2025-11-04T14:37:37.471" v="585" actId="14100"/>
        <pc:sldMkLst>
          <pc:docMk/>
          <pc:sldMk cId="3155482215" sldId="280"/>
        </pc:sldMkLst>
        <pc:spChg chg="add mod">
          <ac:chgData name="Dharmik Patel" userId="11b69211d8d74dad" providerId="Windows Live" clId="Web-{E8ED5B19-B67D-609C-B8B6-4EAEB8342444}" dt="2025-11-04T14:36:47.970" v="564" actId="20577"/>
          <ac:spMkLst>
            <pc:docMk/>
            <pc:sldMk cId="3155482215" sldId="280"/>
            <ac:spMk id="3" creationId="{164417F8-3976-50EB-3EA4-160188860B5D}"/>
          </ac:spMkLst>
        </pc:spChg>
        <pc:spChg chg="add">
          <ac:chgData name="Dharmik Patel" userId="11b69211d8d74dad" providerId="Windows Live" clId="Web-{E8ED5B19-B67D-609C-B8B6-4EAEB8342444}" dt="2025-11-04T14:12:09.706" v="359"/>
          <ac:spMkLst>
            <pc:docMk/>
            <pc:sldMk cId="3155482215" sldId="280"/>
            <ac:spMk id="4" creationId="{ACE820F5-4285-EAA0-CF9A-A8840637298F}"/>
          </ac:spMkLst>
        </pc:spChg>
        <pc:spChg chg="add del">
          <ac:chgData name="Dharmik Patel" userId="11b69211d8d74dad" providerId="Windows Live" clId="Web-{E8ED5B19-B67D-609C-B8B6-4EAEB8342444}" dt="2025-11-04T14:34:44.559" v="544"/>
          <ac:spMkLst>
            <pc:docMk/>
            <pc:sldMk cId="3155482215" sldId="280"/>
            <ac:spMk id="6" creationId="{CEC13E56-29DB-EAF2-EF65-1F3BBD933C1A}"/>
          </ac:spMkLst>
        </pc:spChg>
        <pc:spChg chg="add del">
          <ac:chgData name="Dharmik Patel" userId="11b69211d8d74dad" providerId="Windows Live" clId="Web-{E8ED5B19-B67D-609C-B8B6-4EAEB8342444}" dt="2025-11-04T14:34:44.559" v="544"/>
          <ac:spMkLst>
            <pc:docMk/>
            <pc:sldMk cId="3155482215" sldId="280"/>
            <ac:spMk id="7" creationId="{F89548BE-CF62-E0A9-E7B8-D3136C841BFA}"/>
          </ac:spMkLst>
        </pc:spChg>
        <pc:spChg chg="add del">
          <ac:chgData name="Dharmik Patel" userId="11b69211d8d74dad" providerId="Windows Live" clId="Web-{E8ED5B19-B67D-609C-B8B6-4EAEB8342444}" dt="2025-11-04T14:34:44.559" v="544"/>
          <ac:spMkLst>
            <pc:docMk/>
            <pc:sldMk cId="3155482215" sldId="280"/>
            <ac:spMk id="8" creationId="{C63A1656-A1D9-7A77-502C-E6234BFEC5EF}"/>
          </ac:spMkLst>
        </pc:spChg>
        <pc:spChg chg="add">
          <ac:chgData name="Dharmik Patel" userId="11b69211d8d74dad" providerId="Windows Live" clId="Web-{E8ED5B19-B67D-609C-B8B6-4EAEB8342444}" dt="2025-11-04T14:34:51.309" v="545"/>
          <ac:spMkLst>
            <pc:docMk/>
            <pc:sldMk cId="3155482215" sldId="280"/>
            <ac:spMk id="10" creationId="{27B327AB-C527-7755-7477-CDB2F9106DDA}"/>
          </ac:spMkLst>
        </pc:spChg>
        <pc:spChg chg="del">
          <ac:chgData name="Dharmik Patel" userId="11b69211d8d74dad" providerId="Windows Live" clId="Web-{E8ED5B19-B67D-609C-B8B6-4EAEB8342444}" dt="2025-11-04T14:08:32.219" v="205"/>
          <ac:spMkLst>
            <pc:docMk/>
            <pc:sldMk cId="3155482215" sldId="280"/>
            <ac:spMk id="13" creationId="{43E5080E-59FC-BBEB-7439-0A37A89DB42C}"/>
          </ac:spMkLst>
        </pc:spChg>
        <pc:spChg chg="del">
          <ac:chgData name="Dharmik Patel" userId="11b69211d8d74dad" providerId="Windows Live" clId="Web-{E8ED5B19-B67D-609C-B8B6-4EAEB8342444}" dt="2025-11-04T14:08:32.219" v="204"/>
          <ac:spMkLst>
            <pc:docMk/>
            <pc:sldMk cId="3155482215" sldId="280"/>
            <ac:spMk id="14" creationId="{8E09F4A4-8947-784A-2DE4-8A44EE5346BB}"/>
          </ac:spMkLst>
        </pc:spChg>
        <pc:spChg chg="del">
          <ac:chgData name="Dharmik Patel" userId="11b69211d8d74dad" providerId="Windows Live" clId="Web-{E8ED5B19-B67D-609C-B8B6-4EAEB8342444}" dt="2025-11-04T14:08:32.219" v="203"/>
          <ac:spMkLst>
            <pc:docMk/>
            <pc:sldMk cId="3155482215" sldId="280"/>
            <ac:spMk id="15" creationId="{CFDC63DE-22C4-A13D-283D-5777B0D52E3E}"/>
          </ac:spMkLst>
        </pc:spChg>
        <pc:spChg chg="del">
          <ac:chgData name="Dharmik Patel" userId="11b69211d8d74dad" providerId="Windows Live" clId="Web-{E8ED5B19-B67D-609C-B8B6-4EAEB8342444}" dt="2025-11-04T14:08:32.219" v="202"/>
          <ac:spMkLst>
            <pc:docMk/>
            <pc:sldMk cId="3155482215" sldId="280"/>
            <ac:spMk id="16" creationId="{D1666417-D490-071F-5E6A-C34B9EAF9500}"/>
          </ac:spMkLst>
        </pc:spChg>
        <pc:picChg chg="add mod">
          <ac:chgData name="Dharmik Patel" userId="11b69211d8d74dad" providerId="Windows Live" clId="Web-{E8ED5B19-B67D-609C-B8B6-4EAEB8342444}" dt="2025-11-04T14:37:37.471" v="585" actId="14100"/>
          <ac:picMkLst>
            <pc:docMk/>
            <pc:sldMk cId="3155482215" sldId="280"/>
            <ac:picMk id="2" creationId="{F7512F2C-9CB4-8106-90BA-DFF718FBDA5E}"/>
          </ac:picMkLst>
        </pc:picChg>
        <pc:picChg chg="add del">
          <ac:chgData name="Dharmik Patel" userId="11b69211d8d74dad" providerId="Windows Live" clId="Web-{E8ED5B19-B67D-609C-B8B6-4EAEB8342444}" dt="2025-11-04T14:34:44.559" v="544"/>
          <ac:picMkLst>
            <pc:docMk/>
            <pc:sldMk cId="3155482215" sldId="280"/>
            <ac:picMk id="5" creationId="{CB38B28A-3A4E-012D-8F90-86294BA65961}"/>
          </ac:picMkLst>
        </pc:picChg>
        <pc:picChg chg="del">
          <ac:chgData name="Dharmik Patel" userId="11b69211d8d74dad" providerId="Windows Live" clId="Web-{E8ED5B19-B67D-609C-B8B6-4EAEB8342444}" dt="2025-11-04T14:08:32.219" v="206"/>
          <ac:picMkLst>
            <pc:docMk/>
            <pc:sldMk cId="3155482215" sldId="280"/>
            <ac:picMk id="12" creationId="{12141909-DB56-8823-9FB7-52897CFA018B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35:06.044" v="546"/>
        <pc:sldMkLst>
          <pc:docMk/>
          <pc:sldMk cId="856269217" sldId="281"/>
        </pc:sldMkLst>
        <pc:spChg chg="add">
          <ac:chgData name="Dharmik Patel" userId="11b69211d8d74dad" providerId="Windows Live" clId="Web-{E8ED5B19-B67D-609C-B8B6-4EAEB8342444}" dt="2025-11-04T14:12:13.925" v="360"/>
          <ac:spMkLst>
            <pc:docMk/>
            <pc:sldMk cId="856269217" sldId="281"/>
            <ac:spMk id="2" creationId="{B7522974-94ED-3C64-65AA-AC3B0AE201B5}"/>
          </ac:spMkLst>
        </pc:spChg>
        <pc:spChg chg="add">
          <ac:chgData name="Dharmik Patel" userId="11b69211d8d74dad" providerId="Windows Live" clId="Web-{E8ED5B19-B67D-609C-B8B6-4EAEB8342444}" dt="2025-11-04T14:12:13.925" v="360"/>
          <ac:spMkLst>
            <pc:docMk/>
            <pc:sldMk cId="856269217" sldId="281"/>
            <ac:spMk id="3" creationId="{E2F7E704-6AB3-D127-A2EF-3E9600FDD6BA}"/>
          </ac:spMkLst>
        </pc:spChg>
        <pc:spChg chg="add">
          <ac:chgData name="Dharmik Patel" userId="11b69211d8d74dad" providerId="Windows Live" clId="Web-{E8ED5B19-B67D-609C-B8B6-4EAEB8342444}" dt="2025-11-04T14:12:13.925" v="360"/>
          <ac:spMkLst>
            <pc:docMk/>
            <pc:sldMk cId="856269217" sldId="281"/>
            <ac:spMk id="4" creationId="{003A687A-8592-CEB4-FDEA-69B17E1731B7}"/>
          </ac:spMkLst>
        </pc:spChg>
        <pc:spChg chg="del">
          <ac:chgData name="Dharmik Patel" userId="11b69211d8d74dad" providerId="Windows Live" clId="Web-{E8ED5B19-B67D-609C-B8B6-4EAEB8342444}" dt="2025-11-04T14:08:29.860" v="200"/>
          <ac:spMkLst>
            <pc:docMk/>
            <pc:sldMk cId="856269217" sldId="281"/>
            <ac:spMk id="13" creationId="{C34E95DC-C2E3-6DC1-3AF3-4A6E8D7475BA}"/>
          </ac:spMkLst>
        </pc:spChg>
        <pc:spChg chg="del">
          <ac:chgData name="Dharmik Patel" userId="11b69211d8d74dad" providerId="Windows Live" clId="Web-{E8ED5B19-B67D-609C-B8B6-4EAEB8342444}" dt="2025-11-04T14:08:29.860" v="199"/>
          <ac:spMkLst>
            <pc:docMk/>
            <pc:sldMk cId="856269217" sldId="281"/>
            <ac:spMk id="14" creationId="{B5255B96-4BF7-9A09-1D0F-FE990D958B23}"/>
          </ac:spMkLst>
        </pc:spChg>
        <pc:spChg chg="del">
          <ac:chgData name="Dharmik Patel" userId="11b69211d8d74dad" providerId="Windows Live" clId="Web-{E8ED5B19-B67D-609C-B8B6-4EAEB8342444}" dt="2025-11-04T14:08:29.860" v="198"/>
          <ac:spMkLst>
            <pc:docMk/>
            <pc:sldMk cId="856269217" sldId="281"/>
            <ac:spMk id="15" creationId="{633A8C55-89FC-DBC1-37C4-EAE909FBD5FF}"/>
          </ac:spMkLst>
        </pc:spChg>
        <pc:spChg chg="del">
          <ac:chgData name="Dharmik Patel" userId="11b69211d8d74dad" providerId="Windows Live" clId="Web-{E8ED5B19-B67D-609C-B8B6-4EAEB8342444}" dt="2025-11-04T14:08:29.860" v="197"/>
          <ac:spMkLst>
            <pc:docMk/>
            <pc:sldMk cId="856269217" sldId="281"/>
            <ac:spMk id="16" creationId="{B8A19D94-3880-8327-598B-F483B7897449}"/>
          </ac:spMkLst>
        </pc:spChg>
        <pc:picChg chg="del">
          <ac:chgData name="Dharmik Patel" userId="11b69211d8d74dad" providerId="Windows Live" clId="Web-{E8ED5B19-B67D-609C-B8B6-4EAEB8342444}" dt="2025-11-04T14:08:29.875" v="201"/>
          <ac:picMkLst>
            <pc:docMk/>
            <pc:sldMk cId="856269217" sldId="281"/>
            <ac:picMk id="12" creationId="{3D2E3E1F-025E-F49F-C57D-DF03BCE3AAD4}"/>
          </ac:picMkLst>
        </pc:picChg>
      </pc:sldChg>
      <pc:sldChg chg="addSp delSp add del replId">
        <pc:chgData name="Dharmik Patel" userId="11b69211d8d74dad" providerId="Windows Live" clId="Web-{E8ED5B19-B67D-609C-B8B6-4EAEB8342444}" dt="2025-11-04T14:35:08.294" v="547"/>
        <pc:sldMkLst>
          <pc:docMk/>
          <pc:sldMk cId="3072355961" sldId="282"/>
        </pc:sldMkLst>
        <pc:spChg chg="add">
          <ac:chgData name="Dharmik Patel" userId="11b69211d8d74dad" providerId="Windows Live" clId="Web-{E8ED5B19-B67D-609C-B8B6-4EAEB8342444}" dt="2025-11-04T14:12:23.144" v="361"/>
          <ac:spMkLst>
            <pc:docMk/>
            <pc:sldMk cId="3072355961" sldId="282"/>
            <ac:spMk id="3" creationId="{B7B5F2DA-2A92-5A0F-989B-C893E7E8E214}"/>
          </ac:spMkLst>
        </pc:spChg>
        <pc:spChg chg="add">
          <ac:chgData name="Dharmik Patel" userId="11b69211d8d74dad" providerId="Windows Live" clId="Web-{E8ED5B19-B67D-609C-B8B6-4EAEB8342444}" dt="2025-11-04T14:12:23.144" v="361"/>
          <ac:spMkLst>
            <pc:docMk/>
            <pc:sldMk cId="3072355961" sldId="282"/>
            <ac:spMk id="4" creationId="{E966A229-DF36-526F-0FBA-FF7ECF21BFBC}"/>
          </ac:spMkLst>
        </pc:spChg>
        <pc:spChg chg="add">
          <ac:chgData name="Dharmik Patel" userId="11b69211d8d74dad" providerId="Windows Live" clId="Web-{E8ED5B19-B67D-609C-B8B6-4EAEB8342444}" dt="2025-11-04T14:12:23.144" v="361"/>
          <ac:spMkLst>
            <pc:docMk/>
            <pc:sldMk cId="3072355961" sldId="282"/>
            <ac:spMk id="5" creationId="{64C2C390-C117-2095-88BF-39A7843E9E7E}"/>
          </ac:spMkLst>
        </pc:spChg>
        <pc:spChg chg="add">
          <ac:chgData name="Dharmik Patel" userId="11b69211d8d74dad" providerId="Windows Live" clId="Web-{E8ED5B19-B67D-609C-B8B6-4EAEB8342444}" dt="2025-11-04T14:12:23.144" v="361"/>
          <ac:spMkLst>
            <pc:docMk/>
            <pc:sldMk cId="3072355961" sldId="282"/>
            <ac:spMk id="6" creationId="{1B2DBCF1-A90B-A37A-DABD-6720ADB10D7B}"/>
          </ac:spMkLst>
        </pc:spChg>
        <pc:spChg chg="add del">
          <ac:chgData name="Dharmik Patel" userId="11b69211d8d74dad" providerId="Windows Live" clId="Web-{E8ED5B19-B67D-609C-B8B6-4EAEB8342444}" dt="2025-11-04T14:12:45.944" v="364"/>
          <ac:spMkLst>
            <pc:docMk/>
            <pc:sldMk cId="3072355961" sldId="282"/>
            <ac:spMk id="7" creationId="{43752639-12D9-DAC8-CF63-5B7C6B6D59DB}"/>
          </ac:spMkLst>
        </pc:spChg>
        <pc:spChg chg="del">
          <ac:chgData name="Dharmik Patel" userId="11b69211d8d74dad" providerId="Windows Live" clId="Web-{E8ED5B19-B67D-609C-B8B6-4EAEB8342444}" dt="2025-11-04T14:08:27.391" v="195"/>
          <ac:spMkLst>
            <pc:docMk/>
            <pc:sldMk cId="3072355961" sldId="282"/>
            <ac:spMk id="13" creationId="{82B9F277-E82D-4AEA-4A82-7177526734DC}"/>
          </ac:spMkLst>
        </pc:spChg>
        <pc:spChg chg="del">
          <ac:chgData name="Dharmik Patel" userId="11b69211d8d74dad" providerId="Windows Live" clId="Web-{E8ED5B19-B67D-609C-B8B6-4EAEB8342444}" dt="2025-11-04T14:08:27.391" v="194"/>
          <ac:spMkLst>
            <pc:docMk/>
            <pc:sldMk cId="3072355961" sldId="282"/>
            <ac:spMk id="14" creationId="{5C26E201-E1D4-0FD7-B06F-41955CDCBE4F}"/>
          </ac:spMkLst>
        </pc:spChg>
        <pc:spChg chg="del">
          <ac:chgData name="Dharmik Patel" userId="11b69211d8d74dad" providerId="Windows Live" clId="Web-{E8ED5B19-B67D-609C-B8B6-4EAEB8342444}" dt="2025-11-04T14:08:27.375" v="193"/>
          <ac:spMkLst>
            <pc:docMk/>
            <pc:sldMk cId="3072355961" sldId="282"/>
            <ac:spMk id="15" creationId="{5A6D76F5-8FDF-ADDA-F3A2-0F71E36EC434}"/>
          </ac:spMkLst>
        </pc:spChg>
        <pc:spChg chg="del">
          <ac:chgData name="Dharmik Patel" userId="11b69211d8d74dad" providerId="Windows Live" clId="Web-{E8ED5B19-B67D-609C-B8B6-4EAEB8342444}" dt="2025-11-04T14:08:27.375" v="192"/>
          <ac:spMkLst>
            <pc:docMk/>
            <pc:sldMk cId="3072355961" sldId="282"/>
            <ac:spMk id="16" creationId="{C3FECCB6-2245-7ADD-7EA9-D2A842023E25}"/>
          </ac:spMkLst>
        </pc:spChg>
        <pc:picChg chg="add">
          <ac:chgData name="Dharmik Patel" userId="11b69211d8d74dad" providerId="Windows Live" clId="Web-{E8ED5B19-B67D-609C-B8B6-4EAEB8342444}" dt="2025-11-04T14:12:23.144" v="361"/>
          <ac:picMkLst>
            <pc:docMk/>
            <pc:sldMk cId="3072355961" sldId="282"/>
            <ac:picMk id="2" creationId="{743F034C-283B-8CF3-3986-7CCD86DB788F}"/>
          </ac:picMkLst>
        </pc:picChg>
        <pc:picChg chg="del">
          <ac:chgData name="Dharmik Patel" userId="11b69211d8d74dad" providerId="Windows Live" clId="Web-{E8ED5B19-B67D-609C-B8B6-4EAEB8342444}" dt="2025-11-04T14:08:27.391" v="196"/>
          <ac:picMkLst>
            <pc:docMk/>
            <pc:sldMk cId="3072355961" sldId="282"/>
            <ac:picMk id="12" creationId="{D83B4FC1-9A1C-5EDD-889D-9F2112CB12C6}"/>
          </ac:picMkLst>
        </pc:picChg>
      </pc:sldChg>
      <pc:sldChg chg="delSp add del replId">
        <pc:chgData name="Dharmik Patel" userId="11b69211d8d74dad" providerId="Windows Live" clId="Web-{E8ED5B19-B67D-609C-B8B6-4EAEB8342444}" dt="2025-11-04T14:12:24.722" v="362"/>
        <pc:sldMkLst>
          <pc:docMk/>
          <pc:sldMk cId="2006477967" sldId="283"/>
        </pc:sldMkLst>
        <pc:spChg chg="del">
          <ac:chgData name="Dharmik Patel" userId="11b69211d8d74dad" providerId="Windows Live" clId="Web-{E8ED5B19-B67D-609C-B8B6-4EAEB8342444}" dt="2025-11-04T14:08:19.516" v="190"/>
          <ac:spMkLst>
            <pc:docMk/>
            <pc:sldMk cId="2006477967" sldId="283"/>
            <ac:spMk id="13" creationId="{789E1AC9-6DF1-80B5-D44B-7DDA240F5E50}"/>
          </ac:spMkLst>
        </pc:spChg>
        <pc:spChg chg="del">
          <ac:chgData name="Dharmik Patel" userId="11b69211d8d74dad" providerId="Windows Live" clId="Web-{E8ED5B19-B67D-609C-B8B6-4EAEB8342444}" dt="2025-11-04T14:08:19.516" v="189"/>
          <ac:spMkLst>
            <pc:docMk/>
            <pc:sldMk cId="2006477967" sldId="283"/>
            <ac:spMk id="14" creationId="{322A3621-2C00-5AED-8F6F-E3C04D6A27AE}"/>
          </ac:spMkLst>
        </pc:spChg>
        <pc:spChg chg="del">
          <ac:chgData name="Dharmik Patel" userId="11b69211d8d74dad" providerId="Windows Live" clId="Web-{E8ED5B19-B67D-609C-B8B6-4EAEB8342444}" dt="2025-11-04T14:08:19.516" v="188"/>
          <ac:spMkLst>
            <pc:docMk/>
            <pc:sldMk cId="2006477967" sldId="283"/>
            <ac:spMk id="15" creationId="{22800A27-0CC6-DC83-790C-25D907A61CBE}"/>
          </ac:spMkLst>
        </pc:spChg>
        <pc:spChg chg="del">
          <ac:chgData name="Dharmik Patel" userId="11b69211d8d74dad" providerId="Windows Live" clId="Web-{E8ED5B19-B67D-609C-B8B6-4EAEB8342444}" dt="2025-11-04T14:08:19.516" v="187"/>
          <ac:spMkLst>
            <pc:docMk/>
            <pc:sldMk cId="2006477967" sldId="283"/>
            <ac:spMk id="16" creationId="{A95386D4-8A3B-AB08-67A2-3557B6A92B0F}"/>
          </ac:spMkLst>
        </pc:spChg>
        <pc:picChg chg="del">
          <ac:chgData name="Dharmik Patel" userId="11b69211d8d74dad" providerId="Windows Live" clId="Web-{E8ED5B19-B67D-609C-B8B6-4EAEB8342444}" dt="2025-11-04T14:08:19.516" v="191"/>
          <ac:picMkLst>
            <pc:docMk/>
            <pc:sldMk cId="2006477967" sldId="283"/>
            <ac:picMk id="12" creationId="{3BCF9AEE-E43F-4090-892C-2BDF167D78F4}"/>
          </ac:picMkLst>
        </pc:picChg>
      </pc:sldChg>
      <pc:sldChg chg="addSp delSp add replId">
        <pc:chgData name="Dharmik Patel" userId="11b69211d8d74dad" providerId="Windows Live" clId="Web-{E8ED5B19-B67D-609C-B8B6-4EAEB8342444}" dt="2025-11-04T14:34:13.635" v="542"/>
        <pc:sldMkLst>
          <pc:docMk/>
          <pc:sldMk cId="1745330268" sldId="284"/>
        </pc:sldMkLst>
        <pc:spChg chg="add del">
          <ac:chgData name="Dharmik Patel" userId="11b69211d8d74dad" providerId="Windows Live" clId="Web-{E8ED5B19-B67D-609C-B8B6-4EAEB8342444}" dt="2025-11-04T14:34:13.026" v="540"/>
          <ac:spMkLst>
            <pc:docMk/>
            <pc:sldMk cId="1745330268" sldId="284"/>
            <ac:spMk id="3" creationId="{89A1E0AE-6D5C-DAE3-8476-6FBFDE0A5C31}"/>
          </ac:spMkLst>
        </pc:spChg>
        <pc:spChg chg="add del">
          <ac:chgData name="Dharmik Patel" userId="11b69211d8d74dad" providerId="Windows Live" clId="Web-{E8ED5B19-B67D-609C-B8B6-4EAEB8342444}" dt="2025-11-04T14:34:13.026" v="539"/>
          <ac:spMkLst>
            <pc:docMk/>
            <pc:sldMk cId="1745330268" sldId="284"/>
            <ac:spMk id="4" creationId="{ACE7DC45-1C78-8181-054C-1BAB14642AAA}"/>
          </ac:spMkLst>
        </pc:spChg>
        <pc:spChg chg="add del">
          <ac:chgData name="Dharmik Patel" userId="11b69211d8d74dad" providerId="Windows Live" clId="Web-{E8ED5B19-B67D-609C-B8B6-4EAEB8342444}" dt="2025-11-04T14:34:13.026" v="538"/>
          <ac:spMkLst>
            <pc:docMk/>
            <pc:sldMk cId="1745330268" sldId="284"/>
            <ac:spMk id="5" creationId="{A290E868-6B7D-D31C-E910-E3D6A8571672}"/>
          </ac:spMkLst>
        </pc:spChg>
        <pc:spChg chg="add">
          <ac:chgData name="Dharmik Patel" userId="11b69211d8d74dad" providerId="Windows Live" clId="Web-{E8ED5B19-B67D-609C-B8B6-4EAEB8342444}" dt="2025-11-04T14:34:13.635" v="542"/>
          <ac:spMkLst>
            <pc:docMk/>
            <pc:sldMk cId="1745330268" sldId="284"/>
            <ac:spMk id="7" creationId="{03FA8BC2-0279-407C-DB54-C2BB700E1166}"/>
          </ac:spMkLst>
        </pc:spChg>
        <pc:spChg chg="add">
          <ac:chgData name="Dharmik Patel" userId="11b69211d8d74dad" providerId="Windows Live" clId="Web-{E8ED5B19-B67D-609C-B8B6-4EAEB8342444}" dt="2025-11-04T14:34:13.635" v="542"/>
          <ac:spMkLst>
            <pc:docMk/>
            <pc:sldMk cId="1745330268" sldId="284"/>
            <ac:spMk id="8" creationId="{F35BD8EB-4E28-210C-7CFF-97EBB2CA37BA}"/>
          </ac:spMkLst>
        </pc:spChg>
        <pc:spChg chg="add">
          <ac:chgData name="Dharmik Patel" userId="11b69211d8d74dad" providerId="Windows Live" clId="Web-{E8ED5B19-B67D-609C-B8B6-4EAEB8342444}" dt="2025-11-04T14:34:13.635" v="542"/>
          <ac:spMkLst>
            <pc:docMk/>
            <pc:sldMk cId="1745330268" sldId="284"/>
            <ac:spMk id="9" creationId="{66803810-856A-3C91-57F9-D40E0389946F}"/>
          </ac:spMkLst>
        </pc:spChg>
        <pc:picChg chg="add del">
          <ac:chgData name="Dharmik Patel" userId="11b69211d8d74dad" providerId="Windows Live" clId="Web-{E8ED5B19-B67D-609C-B8B6-4EAEB8342444}" dt="2025-11-04T14:34:13.026" v="541"/>
          <ac:picMkLst>
            <pc:docMk/>
            <pc:sldMk cId="1745330268" sldId="284"/>
            <ac:picMk id="2" creationId="{BFE81871-533A-BB9B-E251-4811B2BD1E1E}"/>
          </ac:picMkLst>
        </pc:picChg>
        <pc:picChg chg="add">
          <ac:chgData name="Dharmik Patel" userId="11b69211d8d74dad" providerId="Windows Live" clId="Web-{E8ED5B19-B67D-609C-B8B6-4EAEB8342444}" dt="2025-11-04T14:34:13.635" v="542"/>
          <ac:picMkLst>
            <pc:docMk/>
            <pc:sldMk cId="1745330268" sldId="284"/>
            <ac:picMk id="6" creationId="{41288A95-EE72-14D2-6C39-9FA3FC0F25B7}"/>
          </ac:picMkLst>
        </pc:picChg>
      </pc:sldChg>
      <pc:sldChg chg="add del">
        <pc:chgData name="Dharmik Patel" userId="11b69211d8d74dad" providerId="Windows Live" clId="Web-{E8ED5B19-B67D-609C-B8B6-4EAEB8342444}" dt="2025-11-04T14:11:37.347" v="354"/>
        <pc:sldMkLst>
          <pc:docMk/>
          <pc:sldMk cId="2175656948" sldId="284"/>
        </pc:sldMkLst>
      </pc:sldChg>
      <pc:sldChg chg="add del replId">
        <pc:chgData name="Dharmik Patel" userId="11b69211d8d74dad" providerId="Windows Live" clId="Web-{E8ED5B19-B67D-609C-B8B6-4EAEB8342444}" dt="2025-11-04T14:08:14.422" v="186"/>
        <pc:sldMkLst>
          <pc:docMk/>
          <pc:sldMk cId="2576430537" sldId="284"/>
        </pc:sldMkLst>
      </pc:sldChg>
      <pc:sldChg chg="addSp delSp modSp new">
        <pc:chgData name="Dharmik Patel" userId="11b69211d8d74dad" providerId="Windows Live" clId="Web-{E8ED5B19-B67D-609C-B8B6-4EAEB8342444}" dt="2025-11-04T14:13:12.291" v="385" actId="1076"/>
        <pc:sldMkLst>
          <pc:docMk/>
          <pc:sldMk cId="3497028187" sldId="285"/>
        </pc:sldMkLst>
        <pc:spChg chg="del">
          <ac:chgData name="Dharmik Patel" userId="11b69211d8d74dad" providerId="Windows Live" clId="Web-{E8ED5B19-B67D-609C-B8B6-4EAEB8342444}" dt="2025-11-04T14:12:52.773" v="367"/>
          <ac:spMkLst>
            <pc:docMk/>
            <pc:sldMk cId="3497028187" sldId="285"/>
            <ac:spMk id="2" creationId="{DEE29834-77B9-9681-7497-50FA8E600F0F}"/>
          </ac:spMkLst>
        </pc:spChg>
        <pc:spChg chg="del">
          <ac:chgData name="Dharmik Patel" userId="11b69211d8d74dad" providerId="Windows Live" clId="Web-{E8ED5B19-B67D-609C-B8B6-4EAEB8342444}" dt="2025-11-04T14:12:52.773" v="366"/>
          <ac:spMkLst>
            <pc:docMk/>
            <pc:sldMk cId="3497028187" sldId="285"/>
            <ac:spMk id="3" creationId="{AC8631E1-9DE9-82AF-DABC-4630AB81779A}"/>
          </ac:spMkLst>
        </pc:spChg>
        <pc:spChg chg="add mod">
          <ac:chgData name="Dharmik Patel" userId="11b69211d8d74dad" providerId="Windows Live" clId="Web-{E8ED5B19-B67D-609C-B8B6-4EAEB8342444}" dt="2025-11-04T14:13:12.291" v="385" actId="1076"/>
          <ac:spMkLst>
            <pc:docMk/>
            <pc:sldMk cId="3497028187" sldId="285"/>
            <ac:spMk id="4" creationId="{71C77C93-B051-BBD1-65E2-AE0A691417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8911" y="2240347"/>
            <a:ext cx="6229350" cy="2352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5400" b="1" spc="-10" dirty="0">
                <a:solidFill>
                  <a:srgbClr val="1F3863"/>
                </a:solidFill>
                <a:latin typeface="Verdana"/>
                <a:ea typeface="Verdana"/>
              </a:rPr>
              <a:t>File &amp; Exception Handling</a:t>
            </a:r>
            <a:endParaRPr lang="en-US" sz="5400" spc="-10">
              <a:solidFill>
                <a:srgbClr val="000000"/>
              </a:solidFill>
              <a:latin typeface="Verdana"/>
              <a:ea typeface="Verdana"/>
            </a:endParaRPr>
          </a:p>
          <a:p>
            <a:pPr marL="1396365" marR="5080" indent="-1384300">
              <a:lnSpc>
                <a:spcPct val="100000"/>
              </a:lnSpc>
              <a:spcBef>
                <a:spcPts val="100"/>
              </a:spcBef>
            </a:pPr>
            <a:endParaRPr sz="5400" spc="-10" dirty="0">
              <a:solidFill>
                <a:srgbClr val="1F3863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007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38E5469B-272E-FF62-80F2-F140E242E812}"/>
              </a:ext>
            </a:extLst>
          </p:cNvPr>
          <p:cNvSpPr txBox="1">
            <a:spLocks noGrp="1"/>
          </p:cNvSpPr>
          <p:nvPr/>
        </p:nvSpPr>
        <p:spPr>
          <a:xfrm>
            <a:off x="5408167" y="133603"/>
            <a:ext cx="13646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1F3863"/>
                </a:solidFill>
              </a:rPr>
              <a:t>Index</a:t>
            </a:r>
            <a:endParaRPr sz="320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D5D6B51-C46F-9A67-416D-37284469C4E4}"/>
              </a:ext>
            </a:extLst>
          </p:cNvPr>
          <p:cNvSpPr txBox="1"/>
          <p:nvPr/>
        </p:nvSpPr>
        <p:spPr>
          <a:xfrm>
            <a:off x="860856" y="478397"/>
            <a:ext cx="5220970" cy="296672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>
            <a:defPPr>
              <a:defRPr kern="0"/>
            </a:defPPr>
          </a:lstStyle>
          <a:p>
            <a:pPr marL="583565" indent="-570865">
              <a:lnSpc>
                <a:spcPct val="100000"/>
              </a:lnSpc>
              <a:spcBef>
                <a:spcPts val="1650"/>
              </a:spcBef>
              <a:buAutoNum type="arabicPeriod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Handling</a:t>
            </a:r>
            <a:endParaRPr sz="2400">
              <a:latin typeface="Verdana"/>
              <a:cs typeface="Verdana"/>
            </a:endParaRPr>
          </a:p>
          <a:p>
            <a:pPr marL="1040765" lvl="1" indent="-571500">
              <a:lnSpc>
                <a:spcPct val="100000"/>
              </a:lnSpc>
              <a:spcBef>
                <a:spcPts val="1300"/>
              </a:spcBef>
              <a:buAutoNum type="romanLcPeriod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How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 Create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Text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endParaRPr sz="2000">
              <a:latin typeface="Verdana"/>
              <a:cs typeface="Verdana"/>
            </a:endParaRPr>
          </a:p>
          <a:p>
            <a:pPr marL="1040765" lvl="1" indent="-57150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How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0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Append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Data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0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endParaRPr sz="2000">
              <a:latin typeface="Verdana"/>
              <a:cs typeface="Verdana"/>
            </a:endParaRPr>
          </a:p>
          <a:p>
            <a:pPr marL="1040765" lvl="1" indent="-571500">
              <a:lnSpc>
                <a:spcPct val="100000"/>
              </a:lnSpc>
              <a:spcBef>
                <a:spcPts val="1205"/>
              </a:spcBef>
              <a:buAutoNum type="romanLcPeriod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How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 Read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endParaRPr sz="2000">
              <a:latin typeface="Verdana"/>
              <a:cs typeface="Verdana"/>
            </a:endParaRPr>
          </a:p>
          <a:p>
            <a:pPr marL="1040765" lvl="1" indent="-57150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Modes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Python</a:t>
            </a:r>
            <a:endParaRPr sz="20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Handling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9B88647-5DC1-CC5C-5613-6418F080F122}"/>
              </a:ext>
            </a:extLst>
          </p:cNvPr>
          <p:cNvSpPr txBox="1"/>
          <p:nvPr/>
        </p:nvSpPr>
        <p:spPr>
          <a:xfrm>
            <a:off x="1318005" y="3432149"/>
            <a:ext cx="5299075" cy="3226435"/>
          </a:xfrm>
          <a:prstGeom prst="rect">
            <a:avLst/>
          </a:prstGeom>
        </p:spPr>
        <p:txBody>
          <a:bodyPr vert="horz" wrap="square" lIns="0" tIns="165100" rIns="0" bIns="0" rtlCol="0" anchor="t">
            <a:spAutoFit/>
          </a:bodyPr>
          <a:lstStyle>
            <a:defPPr>
              <a:defRPr kern="0"/>
            </a:defPPr>
          </a:lstStyle>
          <a:p>
            <a:pPr marL="583565" indent="-570865">
              <a:lnSpc>
                <a:spcPct val="100000"/>
              </a:lnSpc>
              <a:spcBef>
                <a:spcPts val="1300"/>
              </a:spcBef>
              <a:buAutoNum type="romanLcPeriod"/>
              <a:tabLst>
                <a:tab pos="5835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What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0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Python?</a:t>
            </a:r>
            <a:endParaRPr sz="20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835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Common</a:t>
            </a:r>
            <a:r>
              <a:rPr sz="20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Examples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Exception</a:t>
            </a:r>
            <a:endParaRPr sz="20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835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Rules</a:t>
            </a:r>
            <a:r>
              <a:rPr sz="20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lang="en-US" sz="2000" b="1" spc="-10" dirty="0">
                <a:solidFill>
                  <a:srgbClr val="2E5496"/>
                </a:solidFill>
                <a:latin typeface="Verdana"/>
                <a:cs typeface="Verdana"/>
              </a:rPr>
              <a:t>Exceptions</a:t>
            </a:r>
            <a:endParaRPr sz="2000" dirty="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835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Exceptional</a:t>
            </a:r>
            <a:r>
              <a:rPr sz="20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Handling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Mechanism</a:t>
            </a:r>
            <a:endParaRPr sz="2000">
              <a:latin typeface="Verdana"/>
              <a:cs typeface="Verdana"/>
            </a:endParaRPr>
          </a:p>
          <a:p>
            <a:pPr marL="1040765" lvl="1" indent="-5708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Statement</a:t>
            </a:r>
            <a:endParaRPr sz="2000">
              <a:latin typeface="Verdana"/>
              <a:cs typeface="Verdana"/>
            </a:endParaRPr>
          </a:p>
          <a:p>
            <a:pPr marL="1040765" lvl="1" indent="-5708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catch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Statement</a:t>
            </a:r>
            <a:endParaRPr sz="2000">
              <a:latin typeface="Verdana"/>
              <a:cs typeface="Verdana"/>
            </a:endParaRPr>
          </a:p>
          <a:p>
            <a:pPr marL="1040765" lvl="1" indent="-5708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0407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Raise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Statement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3688-1C91-022D-894A-B49AB9BF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5EC6D19E-16A7-7260-511A-96A798B88928}"/>
              </a:ext>
            </a:extLst>
          </p:cNvPr>
          <p:cNvSpPr txBox="1">
            <a:spLocks noGrp="1"/>
          </p:cNvSpPr>
          <p:nvPr/>
        </p:nvSpPr>
        <p:spPr>
          <a:xfrm>
            <a:off x="4284345" y="136017"/>
            <a:ext cx="35896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F3863"/>
                </a:solidFill>
              </a:rPr>
              <a:t>1.</a:t>
            </a:r>
            <a:r>
              <a:rPr sz="3200" spc="-95" dirty="0">
                <a:solidFill>
                  <a:srgbClr val="1F3863"/>
                </a:solidFill>
              </a:rPr>
              <a:t> </a:t>
            </a:r>
            <a:r>
              <a:rPr sz="3200" dirty="0">
                <a:solidFill>
                  <a:srgbClr val="1F3863"/>
                </a:solidFill>
              </a:rPr>
              <a:t>File</a:t>
            </a:r>
            <a:r>
              <a:rPr sz="3200" spc="-45" dirty="0">
                <a:solidFill>
                  <a:srgbClr val="1F3863"/>
                </a:solidFill>
              </a:rPr>
              <a:t> </a:t>
            </a:r>
            <a:r>
              <a:rPr sz="3200" spc="-10" dirty="0">
                <a:solidFill>
                  <a:srgbClr val="1F3863"/>
                </a:solidFill>
              </a:rPr>
              <a:t>Handling</a:t>
            </a:r>
            <a:endParaRPr sz="32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37CCEA1-D77A-24D4-4FB6-683AC5F587C9}"/>
              </a:ext>
            </a:extLst>
          </p:cNvPr>
          <p:cNvSpPr txBox="1"/>
          <p:nvPr/>
        </p:nvSpPr>
        <p:spPr>
          <a:xfrm>
            <a:off x="463092" y="976122"/>
            <a:ext cx="10942955" cy="232664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z="2800" b="1" spc="-25" dirty="0">
                <a:solidFill>
                  <a:srgbClr val="C55A11"/>
                </a:solidFill>
                <a:latin typeface="Verdana"/>
                <a:cs typeface="Verdana"/>
              </a:rPr>
              <a:t>i.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	How</a:t>
            </a:r>
            <a:r>
              <a:rPr sz="2800" b="1" spc="-4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to</a:t>
            </a:r>
            <a:r>
              <a:rPr sz="2800" b="1" spc="-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Create</a:t>
            </a:r>
            <a:r>
              <a:rPr sz="2800" b="1" spc="-4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800" b="1" spc="-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Text</a:t>
            </a:r>
            <a:r>
              <a:rPr sz="2800" b="1" spc="-3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spc="-20" dirty="0">
                <a:solidFill>
                  <a:srgbClr val="C55A11"/>
                </a:solidFill>
                <a:latin typeface="Verdana"/>
                <a:cs typeface="Verdana"/>
              </a:rPr>
              <a:t>File</a:t>
            </a:r>
            <a:endParaRPr sz="2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76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With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Python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.text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files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(</a:t>
            </a:r>
            <a:r>
              <a:rPr lang="en-US"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.txt)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using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the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below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code.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3863"/>
                </a:solidFill>
                <a:latin typeface="Verdana"/>
                <a:cs typeface="Verdana"/>
              </a:rPr>
              <a:t>Step</a:t>
            </a:r>
            <a:r>
              <a:rPr sz="2400" b="1" spc="-1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1F3863"/>
                </a:solidFill>
                <a:latin typeface="Verdana"/>
                <a:cs typeface="Verdana"/>
              </a:rPr>
              <a:t>1: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507678E-85F3-0EB2-33B7-37A6B8EF138C}"/>
              </a:ext>
            </a:extLst>
          </p:cNvPr>
          <p:cNvSpPr txBox="1"/>
          <p:nvPr/>
        </p:nvSpPr>
        <p:spPr>
          <a:xfrm>
            <a:off x="557022" y="3505961"/>
            <a:ext cx="11079480" cy="423834"/>
          </a:xfrm>
          <a:prstGeom prst="rect">
            <a:avLst/>
          </a:prstGeom>
          <a:solidFill>
            <a:srgbClr val="FFFFFF"/>
          </a:solidFill>
          <a:ln w="38100">
            <a:solidFill>
              <a:srgbClr val="FFE699"/>
            </a:solidFill>
          </a:ln>
        </p:spPr>
        <p:txBody>
          <a:bodyPr vert="horz" wrap="square" lIns="0" tIns="114935" rIns="0" bIns="0" rtlCol="0" anchor="t">
            <a:spAutoFit/>
          </a:bodyPr>
          <a:lstStyle>
            <a:defPPr>
              <a:defRPr kern="0"/>
            </a:defPPr>
          </a:lstStyle>
          <a:p>
            <a:pPr marL="196850">
              <a:lnSpc>
                <a:spcPct val="100000"/>
              </a:lnSpc>
              <a:spcBef>
                <a:spcPts val="905"/>
              </a:spcBef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f=</a:t>
            </a:r>
            <a:r>
              <a:rPr sz="20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open(“</a:t>
            </a:r>
            <a:r>
              <a:rPr lang="en-US" sz="2000" b="1" spc="-10" dirty="0">
                <a:solidFill>
                  <a:srgbClr val="767070"/>
                </a:solidFill>
                <a:latin typeface="Verdana"/>
                <a:cs typeface="Verdana"/>
              </a:rPr>
              <a:t>file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.txt","w+")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2518BD-EC35-7A99-7160-7526E465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7" y="3455371"/>
            <a:ext cx="11430000" cy="50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D530-9919-68EE-7C46-021EB74A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70E1282-F7BF-D0BA-8A1C-D98419E4611D}"/>
              </a:ext>
            </a:extLst>
          </p:cNvPr>
          <p:cNvSpPr txBox="1"/>
          <p:nvPr/>
        </p:nvSpPr>
        <p:spPr>
          <a:xfrm>
            <a:off x="463092" y="1057782"/>
            <a:ext cx="11268710" cy="49644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584200" marR="5080" indent="-5715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5842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declared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variable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open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named</a:t>
            </a:r>
            <a:r>
              <a:rPr lang="en-US"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lang="en-US" sz="2400" b="1" spc="-10" dirty="0">
                <a:solidFill>
                  <a:srgbClr val="C55A11"/>
                </a:solidFill>
                <a:latin typeface="Verdana"/>
                <a:cs typeface="Verdana"/>
              </a:rPr>
              <a:t>file</a:t>
            </a: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.txt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.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Open</a:t>
            </a:r>
            <a:r>
              <a:rPr sz="2400" b="1" spc="11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takes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2</a:t>
            </a:r>
            <a:r>
              <a:rPr sz="2400" b="1" spc="1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arguments,</a:t>
            </a:r>
            <a:r>
              <a:rPr sz="2400" b="1" spc="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1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1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11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want</a:t>
            </a:r>
            <a:r>
              <a:rPr sz="2400" b="1" spc="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1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open</a:t>
            </a:r>
            <a:r>
              <a:rPr sz="2400" b="1" spc="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11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string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represents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509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kinds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5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permission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or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operation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want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do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</a:t>
            </a:r>
            <a:r>
              <a:rPr sz="24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endParaRPr sz="2400">
              <a:latin typeface="Verdana"/>
              <a:cs typeface="Verdana"/>
            </a:endParaRPr>
          </a:p>
          <a:p>
            <a:pPr marL="584200" marR="7620" indent="-571500" algn="just">
              <a:lnSpc>
                <a:spcPts val="4320"/>
              </a:lnSpc>
              <a:spcBef>
                <a:spcPts val="384"/>
              </a:spcBef>
              <a:buFont typeface="Wingdings"/>
              <a:buChar char=""/>
              <a:tabLst>
                <a:tab pos="5842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Here,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5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used</a:t>
            </a:r>
            <a:r>
              <a:rPr sz="2400" b="1" spc="5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w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letter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5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our</a:t>
            </a:r>
            <a:r>
              <a:rPr sz="2400" b="1" spc="5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argument,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5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indicates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write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will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does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not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exist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library</a:t>
            </a:r>
            <a:endParaRPr sz="2400">
              <a:latin typeface="Verdana"/>
              <a:cs typeface="Verdana"/>
            </a:endParaRPr>
          </a:p>
          <a:p>
            <a:pPr marL="583565" indent="-570865" algn="just">
              <a:lnSpc>
                <a:spcPct val="100000"/>
              </a:lnSpc>
              <a:spcBef>
                <a:spcPts val="1055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Plus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sign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indicates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both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read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write.</a:t>
            </a:r>
            <a:endParaRPr sz="2400">
              <a:latin typeface="Verdana"/>
              <a:cs typeface="Verdana"/>
            </a:endParaRPr>
          </a:p>
          <a:p>
            <a:pPr marL="583565" indent="-570865" algn="just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available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option</a:t>
            </a:r>
            <a:r>
              <a:rPr sz="2400" b="1" spc="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beside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w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are,</a:t>
            </a:r>
            <a:r>
              <a:rPr sz="2400" b="1" spc="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r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spc="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read,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spc="1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endParaRPr sz="2400">
              <a:latin typeface="Verdana"/>
              <a:cs typeface="Verdana"/>
            </a:endParaRPr>
          </a:p>
          <a:p>
            <a:pPr marL="584200">
              <a:lnSpc>
                <a:spcPct val="100000"/>
              </a:lnSpc>
              <a:spcBef>
                <a:spcPts val="1445"/>
              </a:spcBef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append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19E5F84-C50F-E126-4178-67896AF43F00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21491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8EAC-777F-C8AC-8D73-3B17608D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8862892-C59F-0897-0CEF-BDA2F37365C0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</a:t>
            </a:fld>
            <a:endParaRPr spc="-25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011CBA3-CC93-BACB-3526-47C53AECA0AF}"/>
              </a:ext>
            </a:extLst>
          </p:cNvPr>
          <p:cNvSpPr txBox="1">
            <a:spLocks noGrp="1"/>
          </p:cNvSpPr>
          <p:nvPr/>
        </p:nvSpPr>
        <p:spPr>
          <a:xfrm>
            <a:off x="463092" y="751789"/>
            <a:ext cx="10147401" cy="1100709"/>
          </a:xfrm>
          <a:prstGeom prst="rect">
            <a:avLst/>
          </a:prstGeom>
        </p:spPr>
        <p:txBody>
          <a:bodyPr vert="horz" wrap="square" lIns="0" tIns="33723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3863"/>
                </a:solidFill>
              </a:rPr>
              <a:t>Step</a:t>
            </a:r>
            <a:r>
              <a:rPr sz="2400" spc="-15" dirty="0">
                <a:solidFill>
                  <a:srgbClr val="1F3863"/>
                </a:solidFill>
              </a:rPr>
              <a:t> </a:t>
            </a:r>
            <a:r>
              <a:rPr sz="2400" spc="-25" dirty="0">
                <a:solidFill>
                  <a:srgbClr val="1F3863"/>
                </a:solidFill>
              </a:rPr>
              <a:t>2:</a:t>
            </a:r>
            <a:endParaRPr sz="240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457056E-1D7A-DCCB-BF4E-3575F96FCB34}"/>
              </a:ext>
            </a:extLst>
          </p:cNvPr>
          <p:cNvSpPr txBox="1"/>
          <p:nvPr/>
        </p:nvSpPr>
        <p:spPr>
          <a:xfrm>
            <a:off x="648829" y="1992629"/>
            <a:ext cx="10914228" cy="797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4B083"/>
            </a:solidFill>
          </a:ln>
        </p:spPr>
        <p:txBody>
          <a:bodyPr vert="horz" wrap="square" lIns="0" tIns="179705" rIns="0" bIns="0" rtlCol="0" anchor="t">
            <a:spAutoFit/>
          </a:bodyPr>
          <a:lstStyle>
            <a:defPPr>
              <a:defRPr kern="0"/>
            </a:defPPr>
          </a:lstStyle>
          <a:p>
            <a:pPr marL="389255">
              <a:spcBef>
                <a:spcPts val="1415"/>
              </a:spcBef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for</a:t>
            </a:r>
            <a:r>
              <a:rPr sz="20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i</a:t>
            </a:r>
            <a:r>
              <a:rPr sz="2000" b="1" spc="-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in</a:t>
            </a:r>
            <a:r>
              <a:rPr sz="20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range(10):</a:t>
            </a:r>
            <a:endParaRPr sz="2000">
              <a:latin typeface="Verdana"/>
              <a:cs typeface="Verdana"/>
            </a:endParaRPr>
          </a:p>
          <a:p>
            <a:pPr marL="1303655">
              <a:lnSpc>
                <a:spcPct val="100000"/>
              </a:lnSpc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f.write("This</a:t>
            </a:r>
            <a:r>
              <a:rPr sz="20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is</a:t>
            </a:r>
            <a:r>
              <a:rPr sz="20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line</a:t>
            </a:r>
            <a:r>
              <a:rPr sz="20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%d\r\n"</a:t>
            </a:r>
            <a:r>
              <a:rPr sz="20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%</a:t>
            </a:r>
            <a:r>
              <a:rPr sz="20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(i+1))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5A3806-440A-760B-5967-8D1303D29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10" y="1941396"/>
            <a:ext cx="11269580" cy="9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17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392F-A102-2C98-C312-A881B805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7A413F-AF7F-5D0E-898B-598FA3C7177C}"/>
              </a:ext>
            </a:extLst>
          </p:cNvPr>
          <p:cNvSpPr txBox="1"/>
          <p:nvPr/>
        </p:nvSpPr>
        <p:spPr>
          <a:xfrm>
            <a:off x="688340" y="1369949"/>
            <a:ext cx="10556875" cy="4415790"/>
          </a:xfrm>
          <a:prstGeom prst="rect">
            <a:avLst/>
          </a:prstGeom>
        </p:spPr>
        <p:txBody>
          <a:bodyPr vert="horz" wrap="square" lIns="0" tIns="195580" rIns="0" bIns="0" rtlCol="0" anchor="t">
            <a:spAutoFit/>
          </a:bodyPr>
          <a:lstStyle>
            <a:defPPr>
              <a:defRPr kern="0"/>
            </a:defPPr>
          </a:lstStyle>
          <a:p>
            <a:pPr marL="583565" indent="-570865" algn="just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have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loop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runs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over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range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10</a:t>
            </a:r>
            <a:r>
              <a:rPr sz="2400" b="1" spc="-2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numbers.</a:t>
            </a:r>
            <a:endParaRPr sz="2400">
              <a:latin typeface="Verdana"/>
              <a:cs typeface="Verdana"/>
            </a:endParaRPr>
          </a:p>
          <a:p>
            <a:pPr marL="583565" indent="-570865" algn="just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Using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write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function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enter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data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into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file.</a:t>
            </a:r>
            <a:endParaRPr sz="2400">
              <a:latin typeface="Verdana"/>
              <a:cs typeface="Verdana"/>
            </a:endParaRPr>
          </a:p>
          <a:p>
            <a:pPr marL="582930" marR="263525" indent="-570865" algn="just">
              <a:lnSpc>
                <a:spcPct val="150000"/>
              </a:lnSpc>
              <a:buFont typeface="Wingdings"/>
              <a:buChar char=""/>
              <a:tabLst>
                <a:tab pos="5842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output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want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iterate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this</a:t>
            </a:r>
            <a:r>
              <a:rPr sz="2400" b="1" spc="-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is</a:t>
            </a:r>
            <a:r>
              <a:rPr sz="2400" b="1" spc="-3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C55A11"/>
                </a:solidFill>
                <a:latin typeface="Verdana"/>
                <a:cs typeface="Verdana"/>
              </a:rPr>
              <a:t>line 	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number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",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declare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with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write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function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then</a:t>
            </a:r>
            <a:endParaRPr sz="2400">
              <a:latin typeface="Verdana"/>
              <a:cs typeface="Verdana"/>
            </a:endParaRPr>
          </a:p>
          <a:p>
            <a:pPr marL="584200" algn="just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percent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(displays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integer)</a:t>
            </a:r>
            <a:endParaRPr sz="2400">
              <a:latin typeface="Verdana"/>
              <a:cs typeface="Verdana"/>
            </a:endParaRPr>
          </a:p>
          <a:p>
            <a:pPr marL="582930" marR="5080" indent="-570865" algn="just">
              <a:lnSpc>
                <a:spcPct val="150000"/>
              </a:lnSpc>
              <a:buFont typeface="Wingdings"/>
              <a:buChar char=""/>
              <a:tabLst>
                <a:tab pos="5842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So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basically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putting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line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number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are 	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writing,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putting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carriage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return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new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line 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character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2317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7BFB-6651-496B-8502-4A31B9CB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FF5C3518-C316-A19E-7BE5-82BA0B05B9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2639503"/>
            <a:ext cx="11430029" cy="682894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8E9D0E3F-9DFC-F4FA-F6D4-E7E4D75FE67A}"/>
              </a:ext>
            </a:extLst>
          </p:cNvPr>
          <p:cNvSpPr txBox="1">
            <a:spLocks noGrp="1"/>
          </p:cNvSpPr>
          <p:nvPr/>
        </p:nvSpPr>
        <p:spPr>
          <a:xfrm>
            <a:off x="463092" y="2029714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3863"/>
                </a:solidFill>
              </a:rPr>
              <a:t>Step</a:t>
            </a:r>
            <a:r>
              <a:rPr sz="2400" spc="-15" dirty="0">
                <a:solidFill>
                  <a:srgbClr val="1F3863"/>
                </a:solidFill>
              </a:rPr>
              <a:t> </a:t>
            </a:r>
            <a:r>
              <a:rPr sz="2400" spc="-25" dirty="0">
                <a:solidFill>
                  <a:srgbClr val="1F3863"/>
                </a:solidFill>
              </a:rPr>
              <a:t>3:</a:t>
            </a:r>
            <a:endParaRPr sz="240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FE2F4E3-EA38-70B3-67C4-CAE3639316AF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</a:t>
            </a:fld>
            <a:endParaRPr spc="-25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6E6A6F05-1594-8EDD-CF59-DA4631F5FC3B}"/>
              </a:ext>
            </a:extLst>
          </p:cNvPr>
          <p:cNvSpPr txBox="1"/>
          <p:nvPr/>
        </p:nvSpPr>
        <p:spPr>
          <a:xfrm>
            <a:off x="557022" y="2711957"/>
            <a:ext cx="11079480" cy="542925"/>
          </a:xfrm>
          <a:prstGeom prst="rect">
            <a:avLst/>
          </a:prstGeom>
          <a:solidFill>
            <a:srgbClr val="FFFFFF"/>
          </a:solidFill>
          <a:ln w="38100">
            <a:solidFill>
              <a:srgbClr val="D9D9D9"/>
            </a:solidFill>
          </a:ln>
        </p:spPr>
        <p:txBody>
          <a:bodyPr vert="horz" wrap="square" lIns="0" tIns="103505" rIns="0" bIns="0" rtlCol="0">
            <a:spAutoFit/>
          </a:bodyPr>
          <a:lstStyle>
            <a:defPPr>
              <a:defRPr kern="0"/>
            </a:defPPr>
          </a:lstStyle>
          <a:p>
            <a:pPr marL="307975">
              <a:lnSpc>
                <a:spcPct val="100000"/>
              </a:lnSpc>
              <a:spcBef>
                <a:spcPts val="815"/>
              </a:spcBef>
            </a:pP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f.close()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DBB6B573-2CDB-9D30-A84E-78A01182DE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2639503"/>
            <a:ext cx="11430029" cy="68289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71FC6D33-B0D9-E61D-4488-BEE5DB053245}"/>
              </a:ext>
            </a:extLst>
          </p:cNvPr>
          <p:cNvSpPr txBox="1">
            <a:spLocks noGrp="1"/>
          </p:cNvSpPr>
          <p:nvPr/>
        </p:nvSpPr>
        <p:spPr>
          <a:xfrm>
            <a:off x="463092" y="2029714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3863"/>
                </a:solidFill>
              </a:rPr>
              <a:t>Step</a:t>
            </a:r>
            <a:r>
              <a:rPr sz="2400" spc="-15" dirty="0">
                <a:solidFill>
                  <a:srgbClr val="1F3863"/>
                </a:solidFill>
              </a:rPr>
              <a:t> </a:t>
            </a:r>
            <a:r>
              <a:rPr sz="2400" spc="-25" dirty="0">
                <a:solidFill>
                  <a:srgbClr val="1F3863"/>
                </a:solidFill>
              </a:rPr>
              <a:t>3:</a:t>
            </a:r>
            <a:endParaRPr sz="240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E906629-0A51-38A2-903F-55463ACE2C96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</a:t>
            </a:fld>
            <a:endParaRPr spc="-25"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25211EBC-0E1E-02B3-9F1E-3E697BA84B45}"/>
              </a:ext>
            </a:extLst>
          </p:cNvPr>
          <p:cNvSpPr txBox="1"/>
          <p:nvPr/>
        </p:nvSpPr>
        <p:spPr>
          <a:xfrm>
            <a:off x="557022" y="2711957"/>
            <a:ext cx="11079480" cy="542925"/>
          </a:xfrm>
          <a:prstGeom prst="rect">
            <a:avLst/>
          </a:prstGeom>
          <a:solidFill>
            <a:srgbClr val="FFFFFF"/>
          </a:solidFill>
          <a:ln w="38100">
            <a:solidFill>
              <a:srgbClr val="D9D9D9"/>
            </a:solidFill>
          </a:ln>
        </p:spPr>
        <p:txBody>
          <a:bodyPr vert="horz" wrap="square" lIns="0" tIns="103505" rIns="0" bIns="0" rtlCol="0">
            <a:spAutoFit/>
          </a:bodyPr>
          <a:lstStyle>
            <a:defPPr>
              <a:defRPr kern="0"/>
            </a:defPPr>
          </a:lstStyle>
          <a:p>
            <a:pPr marL="307975">
              <a:lnSpc>
                <a:spcPct val="100000"/>
              </a:lnSpc>
              <a:spcBef>
                <a:spcPts val="815"/>
              </a:spcBef>
            </a:pP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f.close()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72F7458A-D6D0-F529-C88B-E2BA97643F78}"/>
              </a:ext>
            </a:extLst>
          </p:cNvPr>
          <p:cNvSpPr txBox="1"/>
          <p:nvPr/>
        </p:nvSpPr>
        <p:spPr>
          <a:xfrm>
            <a:off x="460237" y="3608164"/>
            <a:ext cx="11151235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 algn="just">
              <a:spcBef>
                <a:spcPts val="100"/>
              </a:spcBef>
            </a:pPr>
            <a:r>
              <a:rPr lang="en-US" sz="2400" b="1" spc="-10" dirty="0">
                <a:solidFill>
                  <a:srgbClr val="2E5496"/>
                </a:solidFill>
                <a:latin typeface="Verdana"/>
                <a:cs typeface="Verdana"/>
              </a:rPr>
              <a:t>This will close the instance of the file file.txt stored</a:t>
            </a:r>
            <a:endParaRPr lang="en-US" sz="2400" b="1" spc="-10" dirty="0">
              <a:solidFill>
                <a:srgbClr val="2E5496"/>
              </a:solidFill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230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C205-D047-B5DC-68B6-3977F245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225AE2C-2B0C-6900-716C-37F92DE52C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2101540"/>
            <a:ext cx="11430029" cy="622122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F748294F-4EB3-9776-0244-0993C10BA532}"/>
              </a:ext>
            </a:extLst>
          </p:cNvPr>
          <p:cNvSpPr txBox="1"/>
          <p:nvPr/>
        </p:nvSpPr>
        <p:spPr>
          <a:xfrm>
            <a:off x="520395" y="1416558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F3863"/>
                </a:solidFill>
                <a:latin typeface="Verdana"/>
                <a:cs typeface="Verdana"/>
              </a:rPr>
              <a:t>Step</a:t>
            </a:r>
            <a:r>
              <a:rPr sz="2400" b="1" spc="-1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1F3863"/>
                </a:solidFill>
                <a:latin typeface="Verdana"/>
                <a:cs typeface="Verdana"/>
              </a:rPr>
              <a:t>1: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C93D6528-D643-ACF5-8387-42117DD7D91F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</a:t>
            </a:fld>
            <a:endParaRPr spc="-25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D6F7205D-3C73-D227-4366-84E63E92D694}"/>
              </a:ext>
            </a:extLst>
          </p:cNvPr>
          <p:cNvSpPr txBox="1"/>
          <p:nvPr/>
        </p:nvSpPr>
        <p:spPr>
          <a:xfrm>
            <a:off x="557022" y="2173985"/>
            <a:ext cx="11079480" cy="477695"/>
          </a:xfrm>
          <a:prstGeom prst="rect">
            <a:avLst/>
          </a:prstGeom>
          <a:solidFill>
            <a:srgbClr val="FFFFFF"/>
          </a:solidFill>
          <a:ln w="38100">
            <a:solidFill>
              <a:srgbClr val="BCD6ED"/>
            </a:solidFill>
          </a:ln>
        </p:spPr>
        <p:txBody>
          <a:bodyPr vert="horz" wrap="square" lIns="0" tIns="168275" rIns="0" bIns="0" rtlCol="0" anchor="t">
            <a:spAutoFit/>
          </a:bodyPr>
          <a:lstStyle>
            <a:defPPr>
              <a:defRPr kern="0"/>
            </a:defPPr>
          </a:lstStyle>
          <a:p>
            <a:pPr marL="499745">
              <a:lnSpc>
                <a:spcPct val="100000"/>
              </a:lnSpc>
              <a:spcBef>
                <a:spcPts val="1325"/>
              </a:spcBef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f=open(“</a:t>
            </a:r>
            <a:r>
              <a:rPr lang="en-US" sz="2000" b="1" dirty="0">
                <a:solidFill>
                  <a:srgbClr val="767070"/>
                </a:solidFill>
                <a:latin typeface="Verdana"/>
                <a:cs typeface="Verdana"/>
              </a:rPr>
              <a:t>file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.txt",</a:t>
            </a:r>
            <a:r>
              <a:rPr sz="2000" b="1" spc="-10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"a+")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A09816A4-77C7-145C-BF39-B486C8D0DCF4}"/>
              </a:ext>
            </a:extLst>
          </p:cNvPr>
          <p:cNvSpPr txBox="1"/>
          <p:nvPr/>
        </p:nvSpPr>
        <p:spPr>
          <a:xfrm>
            <a:off x="520395" y="3367532"/>
            <a:ext cx="11151235" cy="14890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2E5496"/>
                </a:solidFill>
                <a:latin typeface="Verdana"/>
                <a:cs typeface="Verdana"/>
              </a:rPr>
              <a:t>Once</a:t>
            </a:r>
            <a:r>
              <a:rPr sz="2400" b="1" spc="1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again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1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</a:t>
            </a:r>
            <a:r>
              <a:rPr sz="2400" b="1" spc="1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could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see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plus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sign</a:t>
            </a:r>
            <a:r>
              <a:rPr sz="2400" b="1" spc="1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1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1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code,</a:t>
            </a:r>
            <a:r>
              <a:rPr sz="2400" b="1" spc="1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1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indicates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will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</a:t>
            </a:r>
            <a:r>
              <a:rPr sz="2400" b="1" spc="1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new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does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not</a:t>
            </a:r>
            <a:r>
              <a:rPr sz="2400" b="1" spc="1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exist.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But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our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case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already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have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file,</a:t>
            </a:r>
            <a:r>
              <a:rPr sz="24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so</a:t>
            </a:r>
            <a:r>
              <a:rPr sz="2400" b="1" spc="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are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not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required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new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file.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692EEA03-1FFE-0A6E-D474-90FD54E821A0}"/>
              </a:ext>
            </a:extLst>
          </p:cNvPr>
          <p:cNvSpPr txBox="1">
            <a:spLocks noGrp="1"/>
          </p:cNvSpPr>
          <p:nvPr/>
        </p:nvSpPr>
        <p:spPr>
          <a:xfrm>
            <a:off x="520395" y="840104"/>
            <a:ext cx="6714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pc="-25" dirty="0"/>
              <a:t>ii.</a:t>
            </a:r>
            <a:r>
              <a:rPr dirty="0"/>
              <a:t>	How</a:t>
            </a:r>
            <a:r>
              <a:rPr spc="-4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Append</a:t>
            </a:r>
            <a:r>
              <a:rPr spc="-2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20" dirty="0"/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3918461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73325-015D-FF77-EED0-5754EBE4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A4F4FCE0-09E2-9505-C1A0-9FAC4B7473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2217409"/>
            <a:ext cx="11430029" cy="1168941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19893215-60DC-1DA1-0BE8-F4A5B79A2015}"/>
              </a:ext>
            </a:extLst>
          </p:cNvPr>
          <p:cNvSpPr txBox="1">
            <a:spLocks noGrp="1"/>
          </p:cNvSpPr>
          <p:nvPr/>
        </p:nvSpPr>
        <p:spPr>
          <a:xfrm>
            <a:off x="520395" y="1646682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3863"/>
                </a:solidFill>
              </a:rPr>
              <a:t>Step</a:t>
            </a:r>
            <a:r>
              <a:rPr sz="2400" spc="-15" dirty="0">
                <a:solidFill>
                  <a:srgbClr val="1F3863"/>
                </a:solidFill>
              </a:rPr>
              <a:t> </a:t>
            </a:r>
            <a:r>
              <a:rPr sz="2400" spc="-25" dirty="0">
                <a:solidFill>
                  <a:srgbClr val="1F3863"/>
                </a:solidFill>
              </a:rPr>
              <a:t>2:</a:t>
            </a:r>
            <a:endParaRPr sz="240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F6E418F-939D-5D82-A614-E3A7E6DB8E9B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158A5DC-4BC2-73FF-2608-9363527DD253}"/>
              </a:ext>
            </a:extLst>
          </p:cNvPr>
          <p:cNvSpPr txBox="1"/>
          <p:nvPr/>
        </p:nvSpPr>
        <p:spPr>
          <a:xfrm>
            <a:off x="557022" y="2294382"/>
            <a:ext cx="11079480" cy="101981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083"/>
            </a:solidFill>
          </a:ln>
        </p:spPr>
        <p:txBody>
          <a:bodyPr vert="horz" wrap="square" lIns="0" tIns="95885" rIns="0" bIns="0" rtlCol="0">
            <a:spAutoFit/>
          </a:bodyPr>
          <a:lstStyle>
            <a:defPPr>
              <a:defRPr kern="0"/>
            </a:defPPr>
          </a:lstStyle>
          <a:p>
            <a:pPr marL="433070">
              <a:lnSpc>
                <a:spcPct val="100000"/>
              </a:lnSpc>
              <a:spcBef>
                <a:spcPts val="755"/>
              </a:spcBef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for</a:t>
            </a:r>
            <a:r>
              <a:rPr sz="20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i</a:t>
            </a:r>
            <a:r>
              <a:rPr sz="2000" b="1" spc="-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in</a:t>
            </a:r>
            <a:r>
              <a:rPr sz="20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range(2):</a:t>
            </a:r>
            <a:endParaRPr sz="2000">
              <a:latin typeface="Verdana"/>
              <a:cs typeface="Verdana"/>
            </a:endParaRPr>
          </a:p>
          <a:p>
            <a:pPr marL="868680">
              <a:lnSpc>
                <a:spcPct val="100000"/>
              </a:lnSpc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f.write("Appended</a:t>
            </a:r>
            <a:r>
              <a:rPr sz="20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line</a:t>
            </a:r>
            <a:r>
              <a:rPr sz="20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%d\r\n"</a:t>
            </a:r>
            <a:r>
              <a:rPr sz="20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%</a:t>
            </a:r>
            <a:r>
              <a:rPr sz="20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767070"/>
                </a:solidFill>
                <a:latin typeface="Verdana"/>
                <a:cs typeface="Verdana"/>
              </a:rPr>
              <a:t>(i+1))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9128D07-51AA-AC3F-6324-AD54D9B25659}"/>
              </a:ext>
            </a:extLst>
          </p:cNvPr>
          <p:cNvSpPr txBox="1"/>
          <p:nvPr/>
        </p:nvSpPr>
        <p:spPr>
          <a:xfrm>
            <a:off x="520395" y="3719829"/>
            <a:ext cx="8352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This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will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write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data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into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append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mode.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719541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C97B-E2D2-AB1C-5DDD-C95D80E2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474226B-4F9E-02E9-15BB-537FD4D467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620" y="2956987"/>
            <a:ext cx="11329766" cy="541944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89C3AE7B-EAD6-D683-800E-C78C5B6A12B9}"/>
              </a:ext>
            </a:extLst>
          </p:cNvPr>
          <p:cNvSpPr txBox="1"/>
          <p:nvPr/>
        </p:nvSpPr>
        <p:spPr>
          <a:xfrm>
            <a:off x="520395" y="1762125"/>
            <a:ext cx="4667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F3863"/>
                </a:solidFill>
                <a:latin typeface="Verdana"/>
                <a:cs typeface="Verdana"/>
              </a:rPr>
              <a:t>Step</a:t>
            </a:r>
            <a:r>
              <a:rPr sz="2400" b="1" spc="-15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1F3863"/>
                </a:solidFill>
                <a:latin typeface="Verdana"/>
                <a:cs typeface="Verdana"/>
              </a:rPr>
              <a:t>1: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Open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Read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mode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7F47EB9D-05B5-E4BD-B286-E2C29746920D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10</a:t>
            </a:fld>
            <a:endParaRPr spc="-25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01A2B6EE-7678-5593-5413-C82012B836DE}"/>
              </a:ext>
            </a:extLst>
          </p:cNvPr>
          <p:cNvSpPr txBox="1"/>
          <p:nvPr/>
        </p:nvSpPr>
        <p:spPr>
          <a:xfrm>
            <a:off x="557022" y="2990850"/>
            <a:ext cx="11079480" cy="46423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</p:spPr>
        <p:txBody>
          <a:bodyPr vert="horz" wrap="square" lIns="0" tIns="154940" rIns="0" bIns="0" rtlCol="0" anchor="t">
            <a:spAutoFit/>
          </a:bodyPr>
          <a:lstStyle>
            <a:defPPr>
              <a:defRPr kern="0"/>
            </a:defPPr>
          </a:lstStyle>
          <a:p>
            <a:pPr marL="889635">
              <a:lnSpc>
                <a:spcPct val="100000"/>
              </a:lnSpc>
              <a:spcBef>
                <a:spcPts val="1220"/>
              </a:spcBef>
            </a:pP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f=open(“</a:t>
            </a:r>
            <a:r>
              <a:rPr lang="en-US" sz="2000" b="1" dirty="0">
                <a:solidFill>
                  <a:srgbClr val="767070"/>
                </a:solidFill>
                <a:latin typeface="Verdana"/>
                <a:cs typeface="Verdana"/>
              </a:rPr>
              <a:t>file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.txt",</a:t>
            </a:r>
            <a:r>
              <a:rPr sz="2000" b="1" spc="-9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767070"/>
                </a:solidFill>
                <a:latin typeface="Verdana"/>
                <a:cs typeface="Verdana"/>
              </a:rPr>
              <a:t>"r")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D4D25908-7DCD-340D-F545-CA4F33CB4FFA}"/>
              </a:ext>
            </a:extLst>
          </p:cNvPr>
          <p:cNvSpPr txBox="1">
            <a:spLocks noGrp="1"/>
          </p:cNvSpPr>
          <p:nvPr/>
        </p:nvSpPr>
        <p:spPr>
          <a:xfrm>
            <a:off x="520395" y="977646"/>
            <a:ext cx="4618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pc="-20" dirty="0"/>
              <a:t>iii.</a:t>
            </a:r>
            <a:r>
              <a:rPr dirty="0"/>
              <a:t>	How</a:t>
            </a:r>
            <a:r>
              <a:rPr spc="-3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Read</a:t>
            </a:r>
            <a:r>
              <a:rPr spc="-3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20" dirty="0"/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345326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DB1D-B23F-EA68-58B1-90572891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223B6DEF-C1C5-0DEB-73AA-6B1D35ACDC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33" y="2714189"/>
            <a:ext cx="11430029" cy="792601"/>
          </a:xfrm>
          <a:prstGeom prst="rect">
            <a:avLst/>
          </a:prstGeom>
        </p:spPr>
      </p:pic>
      <p:sp>
        <p:nvSpPr>
          <p:cNvPr id="19" name="object 3">
            <a:extLst>
              <a:ext uri="{FF2B5EF4-FFF2-40B4-BE49-F238E27FC236}">
                <a16:creationId xmlns:a16="http://schemas.microsoft.com/office/drawing/2014/main" id="{98C264A9-6875-79B2-5C3B-55E7EB033CF8}"/>
              </a:ext>
            </a:extLst>
          </p:cNvPr>
          <p:cNvSpPr txBox="1">
            <a:spLocks noGrp="1"/>
          </p:cNvSpPr>
          <p:nvPr/>
        </p:nvSpPr>
        <p:spPr>
          <a:xfrm>
            <a:off x="639572" y="1021207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3863"/>
                </a:solidFill>
              </a:rPr>
              <a:t>Step</a:t>
            </a:r>
            <a:r>
              <a:rPr sz="2400" spc="-15" dirty="0">
                <a:solidFill>
                  <a:srgbClr val="1F3863"/>
                </a:solidFill>
              </a:rPr>
              <a:t> </a:t>
            </a:r>
            <a:r>
              <a:rPr sz="2400" spc="-25" dirty="0">
                <a:solidFill>
                  <a:srgbClr val="1F3863"/>
                </a:solidFill>
              </a:rPr>
              <a:t>2:</a:t>
            </a:r>
            <a:endParaRPr sz="240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2C98636F-0B26-6EBD-6D83-53BE1E917959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11</a:t>
            </a:fld>
            <a:endParaRPr spc="-25" dirty="0"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6779FE41-DBF6-3B4C-D28C-1B175EC06A66}"/>
              </a:ext>
            </a:extLst>
          </p:cNvPr>
          <p:cNvSpPr txBox="1"/>
          <p:nvPr/>
        </p:nvSpPr>
        <p:spPr>
          <a:xfrm>
            <a:off x="639572" y="1752422"/>
            <a:ext cx="10980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mode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function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code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check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open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mode.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yes,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proceed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ahead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B65C0CA0-86AF-FE87-5A88-8FA4E04065D9}"/>
              </a:ext>
            </a:extLst>
          </p:cNvPr>
          <p:cNvSpPr txBox="1"/>
          <p:nvPr/>
        </p:nvSpPr>
        <p:spPr>
          <a:xfrm>
            <a:off x="561594" y="2788157"/>
            <a:ext cx="11079480" cy="649605"/>
          </a:xfrm>
          <a:prstGeom prst="rect">
            <a:avLst/>
          </a:prstGeom>
          <a:solidFill>
            <a:srgbClr val="FFFFFF"/>
          </a:solidFill>
          <a:ln w="38100">
            <a:solidFill>
              <a:srgbClr val="BEBEBE"/>
            </a:solidFill>
          </a:ln>
        </p:spPr>
        <p:txBody>
          <a:bodyPr vert="horz" wrap="square" lIns="0" tIns="186055" rIns="0" bIns="0" rtlCol="0">
            <a:spAutoFit/>
          </a:bodyPr>
          <a:lstStyle>
            <a:defPPr>
              <a:defRPr kern="0"/>
            </a:defPPr>
          </a:lstStyle>
          <a:p>
            <a:pPr marL="1005205">
              <a:lnSpc>
                <a:spcPct val="100000"/>
              </a:lnSpc>
              <a:spcBef>
                <a:spcPts val="1465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if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f.mode</a:t>
            </a:r>
            <a:r>
              <a:rPr sz="2400" b="1" spc="-4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==</a:t>
            </a: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'r':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2592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57EE-1D3C-148E-8584-36985EA6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D950101-2194-8284-8B4A-9D9B3CA174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3" y="2132021"/>
            <a:ext cx="11428480" cy="792601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3CB3DBA-A296-A28B-61AE-483C5BF48F93}"/>
              </a:ext>
            </a:extLst>
          </p:cNvPr>
          <p:cNvSpPr txBox="1">
            <a:spLocks noGrp="1"/>
          </p:cNvSpPr>
          <p:nvPr/>
        </p:nvSpPr>
        <p:spPr>
          <a:xfrm>
            <a:off x="463092" y="751789"/>
            <a:ext cx="10147401" cy="1100709"/>
          </a:xfrm>
          <a:prstGeom prst="rect">
            <a:avLst/>
          </a:prstGeom>
        </p:spPr>
        <p:txBody>
          <a:bodyPr vert="horz" wrap="square" lIns="0" tIns="294259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6256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1F3863"/>
                </a:solidFill>
              </a:rPr>
              <a:t>Step</a:t>
            </a:r>
            <a:r>
              <a:rPr spc="-70" dirty="0">
                <a:solidFill>
                  <a:srgbClr val="1F3863"/>
                </a:solidFill>
              </a:rPr>
              <a:t> </a:t>
            </a:r>
            <a:r>
              <a:rPr spc="-25" dirty="0">
                <a:solidFill>
                  <a:srgbClr val="1F3863"/>
                </a:solidFill>
              </a:rPr>
              <a:t>3:</a:t>
            </a:r>
          </a:p>
          <a:p>
            <a:pPr marL="162560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2E5496"/>
                </a:solidFill>
              </a:rPr>
              <a:t>Use</a:t>
            </a:r>
            <a:r>
              <a:rPr sz="2400" spc="-30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f.read</a:t>
            </a:r>
            <a:r>
              <a:rPr sz="2400" spc="-25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to</a:t>
            </a:r>
            <a:r>
              <a:rPr sz="2400" spc="-50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read</a:t>
            </a:r>
            <a:r>
              <a:rPr sz="2400" spc="-35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file</a:t>
            </a:r>
            <a:r>
              <a:rPr sz="2400" spc="-10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data</a:t>
            </a:r>
            <a:r>
              <a:rPr sz="2400" spc="-50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and</a:t>
            </a:r>
            <a:r>
              <a:rPr sz="2400" spc="-40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store</a:t>
            </a:r>
            <a:r>
              <a:rPr sz="2400" spc="-30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it</a:t>
            </a:r>
            <a:r>
              <a:rPr sz="2400" spc="-35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in</a:t>
            </a:r>
            <a:r>
              <a:rPr sz="2400" spc="-25" dirty="0">
                <a:solidFill>
                  <a:srgbClr val="2E5496"/>
                </a:solidFill>
              </a:rPr>
              <a:t> </a:t>
            </a:r>
            <a:r>
              <a:rPr sz="2400" dirty="0">
                <a:solidFill>
                  <a:srgbClr val="2E5496"/>
                </a:solidFill>
              </a:rPr>
              <a:t>variable</a:t>
            </a:r>
            <a:r>
              <a:rPr sz="2400" spc="-35" dirty="0">
                <a:solidFill>
                  <a:srgbClr val="2E5496"/>
                </a:solidFill>
              </a:rPr>
              <a:t> </a:t>
            </a:r>
            <a:r>
              <a:rPr sz="2400" spc="-10" dirty="0">
                <a:solidFill>
                  <a:srgbClr val="2E5496"/>
                </a:solidFill>
              </a:rPr>
              <a:t>content</a:t>
            </a:r>
            <a:endParaRPr sz="240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9C7BCED-B6F2-5BC0-0C90-9C69E550CEDC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EEF33B7-12FB-8976-26A1-6A8EFB8F12A3}"/>
              </a:ext>
            </a:extLst>
          </p:cNvPr>
          <p:cNvSpPr txBox="1"/>
          <p:nvPr/>
        </p:nvSpPr>
        <p:spPr>
          <a:xfrm>
            <a:off x="579881" y="2205989"/>
            <a:ext cx="11078210" cy="649605"/>
          </a:xfrm>
          <a:prstGeom prst="rect">
            <a:avLst/>
          </a:prstGeom>
          <a:solidFill>
            <a:srgbClr val="FFFFFF"/>
          </a:solidFill>
          <a:ln w="38100">
            <a:solidFill>
              <a:srgbClr val="9DC3E6"/>
            </a:solidFill>
          </a:ln>
        </p:spPr>
        <p:txBody>
          <a:bodyPr vert="horz" wrap="square" lIns="0" tIns="110489" rIns="0" bIns="0" rtlCol="0">
            <a:spAutoFit/>
          </a:bodyPr>
          <a:lstStyle>
            <a:defPPr>
              <a:defRPr kern="0"/>
            </a:defPPr>
          </a:lstStyle>
          <a:p>
            <a:pPr marL="960119">
              <a:lnSpc>
                <a:spcPct val="100000"/>
              </a:lnSpc>
              <a:spcBef>
                <a:spcPts val="869"/>
              </a:spcBef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contents</a:t>
            </a:r>
            <a:r>
              <a:rPr sz="24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=f.read()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277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82AD-BB67-A68E-4C4F-4F6C62DF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B0F2A79A-F59E-2DF2-9A48-057C4A635000}"/>
              </a:ext>
            </a:extLst>
          </p:cNvPr>
          <p:cNvSpPr txBox="1">
            <a:spLocks noGrp="1"/>
          </p:cNvSpPr>
          <p:nvPr/>
        </p:nvSpPr>
        <p:spPr>
          <a:xfrm>
            <a:off x="699312" y="845058"/>
            <a:ext cx="5017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pc="-25" dirty="0"/>
              <a:t>iv.</a:t>
            </a:r>
            <a:r>
              <a:rPr dirty="0"/>
              <a:t>	File</a:t>
            </a:r>
            <a:r>
              <a:rPr spc="-60" dirty="0"/>
              <a:t> </a:t>
            </a:r>
            <a:r>
              <a:rPr dirty="0"/>
              <a:t>Modes</a:t>
            </a:r>
            <a:r>
              <a:rPr spc="-4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Python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AFAD58-440C-60BC-D85F-EBB1D9179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669637"/>
              </p:ext>
            </p:extLst>
          </p:nvPr>
        </p:nvGraphicFramePr>
        <p:xfrm>
          <a:off x="1604962" y="1718746"/>
          <a:ext cx="8982075" cy="42100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997232424"/>
                    </a:ext>
                  </a:extLst>
                </a:gridCol>
                <a:gridCol w="6391275">
                  <a:extLst>
                    <a:ext uri="{9D8B030D-6E8A-4147-A177-3AD203B41FA5}">
                      <a16:colId xmlns:a16="http://schemas.microsoft.com/office/drawing/2014/main" val="356416758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Verdana" panose="020B0604030504040204" pitchFamily="34" charset="0"/>
                        </a:rPr>
                        <a:t>Mode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9525" cap="flat" cmpd="sng" algn="ctr">
                      <a:solidFill>
                        <a:srgbClr val="2F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A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Verdana" panose="020B0604030504040204" pitchFamily="34" charset="0"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9525" cap="flat" cmpd="sng" algn="ctr">
                      <a:solidFill>
                        <a:srgbClr val="EFA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50A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626846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'r'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57C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DFC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This is the default mode. It Opens file for reading.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DFC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28C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494329"/>
                  </a:ext>
                </a:extLst>
              </a:tr>
              <a:tr h="15716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'w'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DFC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DFC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This Mode Opens file for writing.</a:t>
                      </a:r>
                      <a:endParaRPr lang="en-US">
                        <a:effectLst/>
                      </a:endParaRPr>
                    </a:p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If file does not exist, it creates a new file.</a:t>
                      </a:r>
                      <a:endParaRPr lang="en-US">
                        <a:effectLst/>
                      </a:endParaRPr>
                    </a:p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If file exists it truncates the file.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DFC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57C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998025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'x'</a:t>
                      </a:r>
                      <a:endParaRPr lang="en-US">
                        <a:effectLst/>
                      </a:endParaRPr>
                    </a:p>
                  </a:txBody>
                  <a:tcPr marT="59045">
                    <a:lnL w="12059" cap="flat" cmpd="sng" algn="ctr">
                      <a:solidFill>
                        <a:srgbClr val="DFC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D0D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Creates a new file. If file already exists, the operation fails.</a:t>
                      </a:r>
                      <a:endParaRPr lang="en-US">
                        <a:effectLst/>
                      </a:endParaRPr>
                    </a:p>
                  </a:txBody>
                  <a:tcPr marT="59045">
                    <a:lnL w="12059" cap="flat" cmpd="sng" algn="ctr">
                      <a:solidFill>
                        <a:srgbClr val="D0D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DFC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843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259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50ED-9331-1734-AEE9-CAF7A338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81AE03-EA12-C434-3188-AB51022496EE}"/>
              </a:ext>
            </a:extLst>
          </p:cNvPr>
          <p:cNvGraphicFramePr>
            <a:graphicFrameLocks noGrp="1"/>
          </p:cNvGraphicFramePr>
          <p:nvPr/>
        </p:nvGraphicFramePr>
        <p:xfrm>
          <a:off x="1604962" y="1228725"/>
          <a:ext cx="8982075" cy="44005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14712398"/>
                    </a:ext>
                  </a:extLst>
                </a:gridCol>
                <a:gridCol w="6391275">
                  <a:extLst>
                    <a:ext uri="{9D8B030D-6E8A-4147-A177-3AD203B41FA5}">
                      <a16:colId xmlns:a16="http://schemas.microsoft.com/office/drawing/2014/main" val="1201631771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'a'</a:t>
                      </a:r>
                      <a:endParaRPr lang="en-US">
                        <a:effectLst/>
                      </a:endParaRPr>
                    </a:p>
                  </a:txBody>
                  <a:tcPr marT="57779">
                    <a:lnL w="12059" cap="flat" cmpd="sng" algn="ctr">
                      <a:solidFill>
                        <a:srgbClr val="D0D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D79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Open file in append mode.</a:t>
                      </a:r>
                      <a:endParaRPr lang="en-US">
                        <a:effectLst/>
                      </a:endParaRPr>
                    </a:p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If file does not exist, it creates a new file.</a:t>
                      </a:r>
                      <a:endParaRPr lang="en-US">
                        <a:effectLst/>
                      </a:endParaRPr>
                    </a:p>
                  </a:txBody>
                  <a:tcPr marT="57779">
                    <a:lnL w="12059" cap="flat" cmpd="sng" algn="ctr">
                      <a:solidFill>
                        <a:srgbClr val="D79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89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113438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't'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2FA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68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This is the default mode. It opens in</a:t>
                      </a:r>
                      <a:endParaRPr lang="en-US">
                        <a:effectLst/>
                      </a:endParaRPr>
                    </a:p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text mode.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68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D79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20971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'b'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68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9F7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This opens in binary mode.</a:t>
                      </a:r>
                      <a:endParaRPr lang="en-US">
                        <a:effectLst/>
                      </a:endParaRPr>
                    </a:p>
                  </a:txBody>
                  <a:tcPr marT="58417">
                    <a:lnL w="12059" cap="flat" cmpd="sng" algn="ctr">
                      <a:solidFill>
                        <a:srgbClr val="9F7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2FA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82858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'+'</a:t>
                      </a:r>
                      <a:endParaRPr lang="en-US">
                        <a:effectLst/>
                      </a:endParaRPr>
                    </a:p>
                  </a:txBody>
                  <a:tcPr marT="59045">
                    <a:lnL w="12059" cap="flat" cmpd="sng" algn="ctr">
                      <a:solidFill>
                        <a:srgbClr val="9F7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788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68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>
                          <a:effectLst/>
                          <a:latin typeface="Verdana" panose="020B0604030504040204" pitchFamily="34" charset="0"/>
                        </a:rPr>
                        <a:t>This will open a file for reading and writing (updating)</a:t>
                      </a:r>
                      <a:endParaRPr lang="en-US">
                        <a:effectLst/>
                      </a:endParaRPr>
                    </a:p>
                  </a:txBody>
                  <a:tcPr marT="59045">
                    <a:lnL w="12059" cap="flat" cmpd="sng" algn="ctr">
                      <a:solidFill>
                        <a:srgbClr val="788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68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9F7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421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904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7DB4-C0C1-669A-447E-E2C3FFB5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A8751B-FFE1-97C9-D730-BF13D5C2C5DC}"/>
              </a:ext>
            </a:extLst>
          </p:cNvPr>
          <p:cNvSpPr txBox="1">
            <a:spLocks noGrp="1"/>
          </p:cNvSpPr>
          <p:nvPr/>
        </p:nvSpPr>
        <p:spPr>
          <a:xfrm>
            <a:off x="3714369" y="127762"/>
            <a:ext cx="50107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F3863"/>
                </a:solidFill>
              </a:rPr>
              <a:t>2.</a:t>
            </a:r>
            <a:r>
              <a:rPr sz="3200" spc="-70" dirty="0">
                <a:solidFill>
                  <a:srgbClr val="1F3863"/>
                </a:solidFill>
              </a:rPr>
              <a:t> </a:t>
            </a:r>
            <a:r>
              <a:rPr sz="3200" dirty="0">
                <a:solidFill>
                  <a:srgbClr val="1F3863"/>
                </a:solidFill>
              </a:rPr>
              <a:t>Exception</a:t>
            </a:r>
            <a:r>
              <a:rPr sz="3200" spc="-45" dirty="0">
                <a:solidFill>
                  <a:srgbClr val="1F3863"/>
                </a:solidFill>
              </a:rPr>
              <a:t> </a:t>
            </a:r>
            <a:r>
              <a:rPr sz="3200" spc="-10" dirty="0">
                <a:solidFill>
                  <a:srgbClr val="1F3863"/>
                </a:solidFill>
              </a:rPr>
              <a:t>Handling</a:t>
            </a:r>
            <a:endParaRPr sz="320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BA355B4-6400-F799-E27D-6C32DC9FAB59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15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FE56D2E-D2A7-3651-B894-DDDD294BBC1A}"/>
              </a:ext>
            </a:extLst>
          </p:cNvPr>
          <p:cNvSpPr txBox="1"/>
          <p:nvPr/>
        </p:nvSpPr>
        <p:spPr>
          <a:xfrm>
            <a:off x="657250" y="1096772"/>
            <a:ext cx="10880090" cy="323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z="2800" b="1" spc="-25" dirty="0">
                <a:solidFill>
                  <a:srgbClr val="C55A11"/>
                </a:solidFill>
                <a:latin typeface="Verdana"/>
                <a:cs typeface="Verdana"/>
              </a:rPr>
              <a:t>i.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	What</a:t>
            </a:r>
            <a:r>
              <a:rPr sz="2800" b="1" spc="-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is</a:t>
            </a:r>
            <a:r>
              <a:rPr sz="2800" b="1" spc="-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an</a:t>
            </a:r>
            <a:r>
              <a:rPr sz="2800" b="1" spc="-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Exception</a:t>
            </a:r>
            <a:r>
              <a:rPr sz="28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C55A11"/>
                </a:solidFill>
                <a:latin typeface="Verdana"/>
                <a:cs typeface="Verdana"/>
              </a:rPr>
              <a:t>in</a:t>
            </a:r>
            <a:r>
              <a:rPr sz="2800" b="1" spc="-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C55A11"/>
                </a:solidFill>
                <a:latin typeface="Verdana"/>
                <a:cs typeface="Verdana"/>
              </a:rPr>
              <a:t>Python?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2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2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error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happens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at</a:t>
            </a:r>
            <a:r>
              <a:rPr sz="2400" b="1" spc="2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2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time</a:t>
            </a:r>
            <a:r>
              <a:rPr sz="2400" b="1" spc="22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of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execution</a:t>
            </a:r>
            <a:r>
              <a:rPr sz="2400" b="1" spc="4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5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program.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However,</a:t>
            </a:r>
            <a:r>
              <a:rPr sz="2400" b="1" spc="4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while</a:t>
            </a:r>
            <a:r>
              <a:rPr sz="2400" b="1" spc="5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running</a:t>
            </a:r>
            <a:r>
              <a:rPr sz="2400" b="1" spc="5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4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program,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Python</a:t>
            </a:r>
            <a:r>
              <a:rPr sz="2400" b="1" spc="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generates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should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</a:t>
            </a:r>
            <a:r>
              <a:rPr sz="2400" b="1" spc="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handled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to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avoid</a:t>
            </a:r>
            <a:r>
              <a:rPr sz="2400" b="1" spc="2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your</a:t>
            </a:r>
            <a:r>
              <a:rPr sz="2400" b="1" spc="2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</a:t>
            </a:r>
            <a:r>
              <a:rPr sz="2400" b="1" spc="2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2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crash.</a:t>
            </a:r>
            <a:r>
              <a:rPr sz="2400" b="1" spc="2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3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Python</a:t>
            </a:r>
            <a:r>
              <a:rPr sz="2400" b="1" spc="3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language,</a:t>
            </a:r>
            <a:r>
              <a:rPr sz="2400" b="1" spc="2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exceptions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trigger</a:t>
            </a:r>
            <a:r>
              <a:rPr sz="2400" b="1" spc="3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automatically</a:t>
            </a:r>
            <a:r>
              <a:rPr sz="2400" b="1" spc="3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</a:t>
            </a:r>
            <a:r>
              <a:rPr sz="2400" b="1" spc="3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errors,</a:t>
            </a:r>
            <a:r>
              <a:rPr sz="2400" b="1" spc="3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or</a:t>
            </a:r>
            <a:r>
              <a:rPr sz="2400" b="1" spc="3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they</a:t>
            </a:r>
            <a:r>
              <a:rPr sz="2400" b="1" spc="3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spc="3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</a:t>
            </a:r>
            <a:r>
              <a:rPr sz="2400" b="1" spc="3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triggered</a:t>
            </a:r>
            <a:r>
              <a:rPr sz="2400" b="1" spc="3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and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intercepted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your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code.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23533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2FEE-75F1-081E-E19D-567B2DC5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6C9952-51E0-8493-FDC5-BB0C87498989}"/>
              </a:ext>
            </a:extLst>
          </p:cNvPr>
          <p:cNvSpPr txBox="1">
            <a:spLocks noGrp="1"/>
          </p:cNvSpPr>
          <p:nvPr/>
        </p:nvSpPr>
        <p:spPr>
          <a:xfrm>
            <a:off x="607263" y="804748"/>
            <a:ext cx="72618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pc="-25" dirty="0"/>
              <a:t>ii.</a:t>
            </a:r>
            <a:r>
              <a:rPr dirty="0"/>
              <a:t>	Common</a:t>
            </a:r>
            <a:r>
              <a:rPr spc="-120" dirty="0"/>
              <a:t> </a:t>
            </a:r>
            <a:r>
              <a:rPr dirty="0"/>
              <a:t>Examples</a:t>
            </a:r>
            <a:r>
              <a:rPr spc="-9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10" dirty="0"/>
              <a:t>Exception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FE2959F-46C2-A9CB-19EF-5D05065B8995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16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A8E8A7-AEDC-4968-DD72-2B9B5F80BBB7}"/>
              </a:ext>
            </a:extLst>
          </p:cNvPr>
          <p:cNvSpPr txBox="1"/>
          <p:nvPr/>
        </p:nvSpPr>
        <p:spPr>
          <a:xfrm>
            <a:off x="607263" y="1715516"/>
            <a:ext cx="10836910" cy="33178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defPPr>
              <a:defRPr kern="0"/>
            </a:defPPr>
          </a:lstStyle>
          <a:p>
            <a:pPr marL="583565" indent="-5708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Division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Zero</a:t>
            </a:r>
            <a:endParaRPr sz="24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Accessing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file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does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not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exist.</a:t>
            </a:r>
            <a:endParaRPr sz="24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Addition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two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incompatible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types</a:t>
            </a:r>
            <a:endParaRPr sz="24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Trying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access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nonexistent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index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sequence</a:t>
            </a:r>
            <a:endParaRPr sz="24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Removing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table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from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disconnected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database</a:t>
            </a:r>
            <a:r>
              <a:rPr sz="2400" b="1" spc="-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server.</a:t>
            </a:r>
            <a:endParaRPr sz="24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ATM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withdrawal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more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than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available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amount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00793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72A7-8AF8-C786-4573-44C9016C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2728CF-D9D7-1952-CE65-B8F454932F75}"/>
              </a:ext>
            </a:extLst>
          </p:cNvPr>
          <p:cNvSpPr txBox="1">
            <a:spLocks noGrp="1"/>
          </p:cNvSpPr>
          <p:nvPr/>
        </p:nvSpPr>
        <p:spPr>
          <a:xfrm>
            <a:off x="641705" y="751789"/>
            <a:ext cx="4789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pc="-20" dirty="0"/>
              <a:t>iii.</a:t>
            </a:r>
            <a:r>
              <a:rPr dirty="0"/>
              <a:t>	Rules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Exceptions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B53B067-BDA8-6244-F2B9-025A2F77AFED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17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6F6255C-32E9-7076-D3E0-D4773FCC5785}"/>
              </a:ext>
            </a:extLst>
          </p:cNvPr>
          <p:cNvSpPr txBox="1">
            <a:spLocks noGrp="1"/>
          </p:cNvSpPr>
          <p:nvPr/>
        </p:nvSpPr>
        <p:spPr>
          <a:xfrm>
            <a:off x="621538" y="1507571"/>
            <a:ext cx="10948923" cy="441642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>
            <a:lvl1pPr marL="0">
              <a:defRPr sz="2400" b="1" i="0">
                <a:solidFill>
                  <a:srgbClr val="2E5496"/>
                </a:solidFill>
                <a:latin typeface="Verdana"/>
                <a:ea typeface="+mn-ea"/>
                <a:cs typeface="Verdan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586105" indent="-570865">
              <a:lnSpc>
                <a:spcPct val="100000"/>
              </a:lnSpc>
              <a:spcBef>
                <a:spcPts val="1545"/>
              </a:spcBef>
              <a:buFont typeface="Wingdings"/>
              <a:buChar char=""/>
              <a:tabLst>
                <a:tab pos="586105" algn="l"/>
              </a:tabLst>
            </a:pPr>
            <a:r>
              <a:rPr dirty="0"/>
              <a:t>Exceptions</a:t>
            </a:r>
            <a:r>
              <a:rPr spc="-10" dirty="0"/>
              <a:t> </a:t>
            </a:r>
            <a:r>
              <a:rPr dirty="0"/>
              <a:t>must</a:t>
            </a:r>
            <a:r>
              <a:rPr spc="-4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class</a:t>
            </a:r>
            <a:r>
              <a:rPr spc="-10" dirty="0"/>
              <a:t> objects</a:t>
            </a:r>
          </a:p>
          <a:p>
            <a:pPr marL="586740" marR="5080" indent="-571500">
              <a:lnSpc>
                <a:spcPct val="150000"/>
              </a:lnSpc>
              <a:buFont typeface="Wingdings"/>
              <a:buChar char=""/>
              <a:tabLst>
                <a:tab pos="586740" algn="l"/>
                <a:tab pos="1336040" algn="l"/>
                <a:tab pos="2380615" algn="l"/>
                <a:tab pos="4533900" algn="l"/>
                <a:tab pos="5352415" algn="l"/>
                <a:tab pos="6146800" algn="l"/>
                <a:tab pos="6940550" algn="l"/>
                <a:tab pos="7620634" algn="l"/>
                <a:tab pos="9559290" algn="l"/>
                <a:tab pos="10510520" algn="l"/>
              </a:tabLst>
            </a:pPr>
            <a:r>
              <a:rPr spc="-25" dirty="0"/>
              <a:t>For</a:t>
            </a:r>
            <a:r>
              <a:rPr dirty="0"/>
              <a:t>	</a:t>
            </a:r>
            <a:r>
              <a:rPr spc="-20" dirty="0"/>
              <a:t>class</a:t>
            </a:r>
            <a:r>
              <a:rPr dirty="0"/>
              <a:t>	</a:t>
            </a:r>
            <a:r>
              <a:rPr spc="-10" dirty="0"/>
              <a:t>exceptions,</a:t>
            </a:r>
            <a:r>
              <a:rPr dirty="0"/>
              <a:t>	</a:t>
            </a:r>
            <a:r>
              <a:rPr spc="-25" dirty="0"/>
              <a:t>you</a:t>
            </a:r>
            <a:r>
              <a:rPr dirty="0"/>
              <a:t>	</a:t>
            </a:r>
            <a:r>
              <a:rPr spc="-25" dirty="0"/>
              <a:t>can</a:t>
            </a:r>
            <a:r>
              <a:rPr dirty="0"/>
              <a:t>	</a:t>
            </a:r>
            <a:r>
              <a:rPr spc="-25" dirty="0"/>
              <a:t>use</a:t>
            </a:r>
            <a:r>
              <a:rPr dirty="0"/>
              <a:t>	</a:t>
            </a:r>
            <a:r>
              <a:rPr spc="-25" dirty="0"/>
              <a:t>try</a:t>
            </a:r>
            <a:r>
              <a:rPr dirty="0"/>
              <a:t>	</a:t>
            </a:r>
            <a:r>
              <a:rPr spc="-10" dirty="0"/>
              <a:t>statement</a:t>
            </a:r>
            <a:r>
              <a:rPr dirty="0"/>
              <a:t>	</a:t>
            </a:r>
            <a:r>
              <a:rPr spc="-20" dirty="0"/>
              <a:t>with</a:t>
            </a:r>
            <a:r>
              <a:rPr dirty="0"/>
              <a:t>	</a:t>
            </a:r>
            <a:r>
              <a:rPr spc="-25" dirty="0"/>
              <a:t>an </a:t>
            </a:r>
            <a:r>
              <a:rPr dirty="0"/>
              <a:t>except</a:t>
            </a:r>
            <a:r>
              <a:rPr spc="-70" dirty="0"/>
              <a:t> </a:t>
            </a:r>
            <a:r>
              <a:rPr dirty="0"/>
              <a:t>clause</a:t>
            </a:r>
            <a:r>
              <a:rPr spc="-60" dirty="0"/>
              <a:t> </a:t>
            </a:r>
            <a:r>
              <a:rPr dirty="0"/>
              <a:t>which</a:t>
            </a:r>
            <a:r>
              <a:rPr spc="-50" dirty="0"/>
              <a:t> </a:t>
            </a:r>
            <a:r>
              <a:rPr dirty="0"/>
              <a:t>mentions</a:t>
            </a:r>
            <a:r>
              <a:rPr spc="-4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particular</a:t>
            </a:r>
            <a:r>
              <a:rPr spc="-60" dirty="0"/>
              <a:t> </a:t>
            </a:r>
            <a:r>
              <a:rPr spc="-10" dirty="0"/>
              <a:t>class.</a:t>
            </a:r>
          </a:p>
          <a:p>
            <a:pPr marL="586740" indent="-5715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6740" algn="l"/>
              </a:tabLst>
            </a:pPr>
            <a:r>
              <a:rPr dirty="0"/>
              <a:t>Even</a:t>
            </a:r>
            <a:r>
              <a:rPr spc="114" dirty="0"/>
              <a:t> </a:t>
            </a:r>
            <a:r>
              <a:rPr dirty="0"/>
              <a:t>if</a:t>
            </a:r>
            <a:r>
              <a:rPr spc="114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dirty="0"/>
              <a:t>statement</a:t>
            </a:r>
            <a:r>
              <a:rPr spc="114" dirty="0"/>
              <a:t> </a:t>
            </a:r>
            <a:r>
              <a:rPr dirty="0"/>
              <a:t>or</a:t>
            </a:r>
            <a:r>
              <a:rPr spc="120" dirty="0"/>
              <a:t> </a:t>
            </a:r>
            <a:r>
              <a:rPr dirty="0"/>
              <a:t>expression</a:t>
            </a:r>
            <a:r>
              <a:rPr spc="114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dirty="0"/>
              <a:t>syntactically</a:t>
            </a:r>
            <a:r>
              <a:rPr spc="110" dirty="0"/>
              <a:t> </a:t>
            </a:r>
            <a:r>
              <a:rPr dirty="0"/>
              <a:t>correct,</a:t>
            </a:r>
            <a:r>
              <a:rPr spc="120" dirty="0"/>
              <a:t> </a:t>
            </a:r>
            <a:r>
              <a:rPr spc="-25" dirty="0"/>
              <a:t>it</a:t>
            </a:r>
          </a:p>
          <a:p>
            <a:pPr marL="586740" marR="7620">
              <a:lnSpc>
                <a:spcPct val="150000"/>
              </a:lnSpc>
              <a:spcBef>
                <a:spcPts val="5"/>
              </a:spcBef>
            </a:pPr>
            <a:r>
              <a:rPr dirty="0"/>
              <a:t>may</a:t>
            </a:r>
            <a:r>
              <a:rPr spc="315" dirty="0"/>
              <a:t> </a:t>
            </a:r>
            <a:r>
              <a:rPr dirty="0"/>
              <a:t>display</a:t>
            </a:r>
            <a:r>
              <a:rPr spc="325" dirty="0"/>
              <a:t> </a:t>
            </a:r>
            <a:r>
              <a:rPr dirty="0"/>
              <a:t>an</a:t>
            </a:r>
            <a:r>
              <a:rPr spc="315" dirty="0"/>
              <a:t> </a:t>
            </a:r>
            <a:r>
              <a:rPr dirty="0"/>
              <a:t>error</a:t>
            </a:r>
            <a:r>
              <a:rPr spc="315" dirty="0"/>
              <a:t> </a:t>
            </a:r>
            <a:r>
              <a:rPr dirty="0"/>
              <a:t>when</a:t>
            </a:r>
            <a:r>
              <a:rPr spc="320" dirty="0"/>
              <a:t> </a:t>
            </a:r>
            <a:r>
              <a:rPr dirty="0"/>
              <a:t>an</a:t>
            </a:r>
            <a:r>
              <a:rPr spc="325" dirty="0"/>
              <a:t> </a:t>
            </a:r>
            <a:r>
              <a:rPr dirty="0"/>
              <a:t>attempt</a:t>
            </a:r>
            <a:r>
              <a:rPr spc="330" dirty="0"/>
              <a:t> </a:t>
            </a:r>
            <a:r>
              <a:rPr dirty="0"/>
              <a:t>is</a:t>
            </a:r>
            <a:r>
              <a:rPr spc="315" dirty="0"/>
              <a:t> </a:t>
            </a:r>
            <a:r>
              <a:rPr dirty="0"/>
              <a:t>made</a:t>
            </a:r>
            <a:r>
              <a:rPr spc="330" dirty="0"/>
              <a:t> </a:t>
            </a:r>
            <a:r>
              <a:rPr dirty="0"/>
              <a:t>to</a:t>
            </a:r>
            <a:r>
              <a:rPr spc="315" dirty="0"/>
              <a:t> </a:t>
            </a:r>
            <a:r>
              <a:rPr spc="-10" dirty="0"/>
              <a:t>execute </a:t>
            </a:r>
            <a:r>
              <a:rPr spc="-25" dirty="0"/>
              <a:t>it.</a:t>
            </a:r>
          </a:p>
          <a:p>
            <a:pPr marL="586740" marR="7620" indent="-571500">
              <a:lnSpc>
                <a:spcPct val="150000"/>
              </a:lnSpc>
              <a:buFont typeface="Wingdings"/>
              <a:buChar char=""/>
              <a:tabLst>
                <a:tab pos="586740" algn="l"/>
                <a:tab pos="1830070" algn="l"/>
                <a:tab pos="3009900" algn="l"/>
                <a:tab pos="4319270" algn="l"/>
                <a:tab pos="6189345" algn="l"/>
                <a:tab pos="6939280" algn="l"/>
                <a:tab pos="8141970" algn="l"/>
                <a:tab pos="10298430" algn="l"/>
              </a:tabLst>
            </a:pPr>
            <a:r>
              <a:rPr spc="-10" dirty="0"/>
              <a:t>Errors</a:t>
            </a:r>
            <a:r>
              <a:rPr dirty="0"/>
              <a:t>	</a:t>
            </a:r>
            <a:r>
              <a:rPr spc="-10" dirty="0"/>
              <a:t>found</a:t>
            </a:r>
            <a:r>
              <a:rPr dirty="0"/>
              <a:t>	</a:t>
            </a:r>
            <a:r>
              <a:rPr spc="-10" dirty="0"/>
              <a:t>during</a:t>
            </a:r>
            <a:r>
              <a:rPr dirty="0"/>
              <a:t>	</a:t>
            </a:r>
            <a:r>
              <a:rPr spc="-10" dirty="0"/>
              <a:t>execution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10" dirty="0"/>
              <a:t>called</a:t>
            </a:r>
            <a:r>
              <a:rPr dirty="0"/>
              <a:t>	</a:t>
            </a:r>
            <a:r>
              <a:rPr spc="-10" dirty="0"/>
              <a:t>exceptions,</a:t>
            </a:r>
            <a:r>
              <a:rPr dirty="0"/>
              <a:t>	</a:t>
            </a:r>
            <a:r>
              <a:rPr spc="-25" dirty="0"/>
              <a:t>and </a:t>
            </a:r>
            <a:r>
              <a:rPr dirty="0"/>
              <a:t>they</a:t>
            </a:r>
            <a:r>
              <a:rPr spc="-65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not</a:t>
            </a:r>
            <a:r>
              <a:rPr spc="-65" dirty="0"/>
              <a:t> </a:t>
            </a:r>
            <a:r>
              <a:rPr dirty="0"/>
              <a:t>unconditionally</a:t>
            </a:r>
            <a:r>
              <a:rPr spc="-25" dirty="0"/>
              <a:t> </a:t>
            </a:r>
            <a:r>
              <a:rPr spc="-10" dirty="0"/>
              <a:t>fatal.</a:t>
            </a:r>
          </a:p>
        </p:txBody>
      </p:sp>
    </p:spTree>
    <p:extLst>
      <p:ext uri="{BB962C8B-B14F-4D97-AF65-F5344CB8AC3E}">
        <p14:creationId xmlns:p14="http://schemas.microsoft.com/office/powerpoint/2010/main" val="2424521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BD39-6187-E40F-34E6-3A19B9D4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A4537D-5497-5D61-938D-176363CD2FE8}"/>
              </a:ext>
            </a:extLst>
          </p:cNvPr>
          <p:cNvSpPr txBox="1"/>
          <p:nvPr/>
        </p:nvSpPr>
        <p:spPr>
          <a:xfrm>
            <a:off x="597814" y="1190371"/>
            <a:ext cx="10998200" cy="38665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defPPr>
              <a:defRPr kern="0"/>
            </a:defPPr>
          </a:lstStyle>
          <a:p>
            <a:pPr marL="583565" indent="-5708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5835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Exceptions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must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class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objects</a:t>
            </a:r>
            <a:endParaRPr sz="2400">
              <a:latin typeface="Verdana"/>
              <a:cs typeface="Verdana"/>
            </a:endParaRPr>
          </a:p>
          <a:p>
            <a:pPr marL="584200" marR="5080" indent="-571500">
              <a:lnSpc>
                <a:spcPct val="150000"/>
              </a:lnSpc>
              <a:buFont typeface="Wingdings"/>
              <a:buChar char=""/>
              <a:tabLst>
                <a:tab pos="584200" algn="l"/>
                <a:tab pos="1339850" algn="l"/>
                <a:tab pos="2390140" algn="l"/>
                <a:tab pos="4549775" algn="l"/>
                <a:tab pos="5374640" algn="l"/>
                <a:tab pos="6174740" algn="l"/>
                <a:tab pos="6974840" algn="l"/>
                <a:tab pos="7660640" algn="l"/>
                <a:tab pos="9605645" algn="l"/>
                <a:tab pos="10562590" algn="l"/>
              </a:tabLst>
            </a:pP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class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exceptions,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you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use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statement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with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an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clause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mentions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particular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class.</a:t>
            </a:r>
            <a:endParaRPr sz="2400">
              <a:latin typeface="Verdana"/>
              <a:cs typeface="Verdana"/>
            </a:endParaRPr>
          </a:p>
          <a:p>
            <a:pPr marL="584200" marR="6350" indent="-571500">
              <a:lnSpc>
                <a:spcPct val="150000"/>
              </a:lnSpc>
              <a:buFont typeface="Wingdings"/>
              <a:buChar char=""/>
              <a:tabLst>
                <a:tab pos="5842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Even</a:t>
            </a:r>
            <a:r>
              <a:rPr sz="2400" b="1" spc="1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statement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or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expression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syntactically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correct,</a:t>
            </a:r>
            <a:r>
              <a:rPr sz="2400" b="1" spc="1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it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may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display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error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when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attempt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made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execute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it.</a:t>
            </a:r>
            <a:endParaRPr sz="2400">
              <a:latin typeface="Verdana"/>
              <a:cs typeface="Verdana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583565" algn="l"/>
                <a:tab pos="1835150" algn="l"/>
                <a:tab pos="3022600" algn="l"/>
                <a:tab pos="4339590" algn="l"/>
                <a:tab pos="6217285" algn="l"/>
                <a:tab pos="6974840" algn="l"/>
                <a:tab pos="8185150" algn="l"/>
                <a:tab pos="1034923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Errors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found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during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execution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are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called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exceptions,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endParaRPr sz="2400">
              <a:latin typeface="Verdana"/>
              <a:cs typeface="Verdana"/>
            </a:endParaRPr>
          </a:p>
          <a:p>
            <a:pPr marL="5842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they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are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not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unconditionally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fatal.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79206ED-D0E8-5DB6-FC62-3AFB84FFB25B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73651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15B8-7E53-5AC2-96F5-49480016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5E3D25-537D-4C1D-28E9-11D1AD917206}"/>
              </a:ext>
            </a:extLst>
          </p:cNvPr>
          <p:cNvSpPr txBox="1">
            <a:spLocks noGrp="1"/>
          </p:cNvSpPr>
          <p:nvPr/>
        </p:nvSpPr>
        <p:spPr>
          <a:xfrm>
            <a:off x="625246" y="951103"/>
            <a:ext cx="7467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0585" algn="l"/>
              </a:tabLst>
            </a:pPr>
            <a:r>
              <a:rPr spc="-25" dirty="0"/>
              <a:t>iv.</a:t>
            </a:r>
            <a:r>
              <a:rPr dirty="0"/>
              <a:t>	Exceptional</a:t>
            </a:r>
            <a:r>
              <a:rPr spc="-114" dirty="0"/>
              <a:t> </a:t>
            </a:r>
            <a:r>
              <a:rPr dirty="0"/>
              <a:t>Handling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E304B17C-A498-111E-A1B9-52A5B1A93685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19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B87BFC-3343-A4E4-10F4-B207919B5443}"/>
              </a:ext>
            </a:extLst>
          </p:cNvPr>
          <p:cNvSpPr txBox="1"/>
          <p:nvPr/>
        </p:nvSpPr>
        <p:spPr>
          <a:xfrm>
            <a:off x="625246" y="1699640"/>
            <a:ext cx="104482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handling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managed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following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4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keywords:</a:t>
            </a:r>
            <a:endParaRPr sz="2400">
              <a:latin typeface="Verdana"/>
              <a:cs typeface="Verdana"/>
            </a:endParaRPr>
          </a:p>
          <a:p>
            <a:pPr marL="756285" indent="-743585">
              <a:lnSpc>
                <a:spcPct val="100000"/>
              </a:lnSpc>
              <a:spcBef>
                <a:spcPts val="2880"/>
              </a:spcBef>
              <a:buAutoNum type="arabicPeriod"/>
              <a:tabLst>
                <a:tab pos="756285" algn="l"/>
              </a:tabLst>
            </a:pP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endParaRPr sz="2400">
              <a:latin typeface="Verdana"/>
              <a:cs typeface="Verdana"/>
            </a:endParaRPr>
          </a:p>
          <a:p>
            <a:pPr marL="756285" indent="-743585">
              <a:lnSpc>
                <a:spcPct val="100000"/>
              </a:lnSpc>
              <a:buAutoNum type="arabicPeriod"/>
              <a:tabLst>
                <a:tab pos="756285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catch</a:t>
            </a:r>
            <a:endParaRPr sz="2400">
              <a:latin typeface="Verdana"/>
              <a:cs typeface="Verdana"/>
            </a:endParaRPr>
          </a:p>
          <a:p>
            <a:pPr marL="756285" indent="-743585">
              <a:lnSpc>
                <a:spcPct val="100000"/>
              </a:lnSpc>
              <a:buAutoNum type="arabicPeriod"/>
              <a:tabLst>
                <a:tab pos="756285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finally</a:t>
            </a:r>
            <a:endParaRPr sz="2400">
              <a:latin typeface="Verdana"/>
              <a:cs typeface="Verdana"/>
            </a:endParaRPr>
          </a:p>
          <a:p>
            <a:pPr marL="756285" indent="-743585">
              <a:lnSpc>
                <a:spcPct val="100000"/>
              </a:lnSpc>
              <a:buAutoNum type="arabicPeriod"/>
              <a:tabLst>
                <a:tab pos="756285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throw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9027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B560-CA5F-04DB-9F1B-6C23B316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8945BC-73E0-71DC-C147-1DBDE21D082A}"/>
              </a:ext>
            </a:extLst>
          </p:cNvPr>
          <p:cNvSpPr txBox="1">
            <a:spLocks noGrp="1"/>
          </p:cNvSpPr>
          <p:nvPr/>
        </p:nvSpPr>
        <p:spPr>
          <a:xfrm>
            <a:off x="463092" y="751789"/>
            <a:ext cx="10147401" cy="1100709"/>
          </a:xfrm>
          <a:prstGeom prst="rect">
            <a:avLst/>
          </a:prstGeom>
        </p:spPr>
        <p:txBody>
          <a:bodyPr vert="horz" wrap="square" lIns="0" tIns="51282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6921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Try</a:t>
            </a:r>
            <a:r>
              <a:rPr spc="-50" dirty="0"/>
              <a:t> </a:t>
            </a:r>
            <a:r>
              <a:rPr spc="-10" dirty="0"/>
              <a:t>Statement: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89D1468-5D57-BB8C-0D28-D29877DCCE27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20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AD418B-DFE0-1C6D-28AE-ED1A869FFE79}"/>
              </a:ext>
            </a:extLst>
          </p:cNvPr>
          <p:cNvSpPr txBox="1"/>
          <p:nvPr/>
        </p:nvSpPr>
        <p:spPr>
          <a:xfrm>
            <a:off x="519785" y="2045589"/>
            <a:ext cx="1115377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459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spc="4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statement</a:t>
            </a:r>
            <a:r>
              <a:rPr sz="2400" b="1" spc="4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includes</a:t>
            </a:r>
            <a:r>
              <a:rPr sz="2400" b="1" spc="4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keyword</a:t>
            </a:r>
            <a:r>
              <a:rPr sz="2400" b="1" spc="4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try,</a:t>
            </a:r>
            <a:r>
              <a:rPr sz="2400" b="1" spc="4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followed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459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4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colon</a:t>
            </a:r>
            <a:r>
              <a:rPr sz="2400" b="1" spc="47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(</a:t>
            </a:r>
            <a:r>
              <a:rPr sz="2400" b="1" spc="-25" dirty="0">
                <a:solidFill>
                  <a:srgbClr val="C55A11"/>
                </a:solidFill>
                <a:latin typeface="Verdana"/>
                <a:cs typeface="Verdana"/>
              </a:rPr>
              <a:t>: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)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suite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code</a:t>
            </a:r>
            <a:r>
              <a:rPr sz="2400" b="1" spc="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exceptions</a:t>
            </a:r>
            <a:r>
              <a:rPr sz="2400" b="1" spc="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may</a:t>
            </a:r>
            <a:r>
              <a:rPr sz="2400" b="1" spc="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occur.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has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one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or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more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clauses.</a:t>
            </a:r>
            <a:endParaRPr sz="24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288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During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2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execution</a:t>
            </a:r>
            <a:r>
              <a:rPr sz="2400" b="1" spc="2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2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spc="2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statement,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3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exceptions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occurred</a:t>
            </a:r>
            <a:r>
              <a:rPr sz="2400" b="1" spc="5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then,</a:t>
            </a:r>
            <a:r>
              <a:rPr sz="2400" b="1" spc="5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5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interpreter</a:t>
            </a:r>
            <a:r>
              <a:rPr sz="2400" b="1" spc="5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ignores</a:t>
            </a:r>
            <a:r>
              <a:rPr sz="2400" b="1" spc="5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5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5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handlers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specific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statement.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83696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100E-C0D0-7A90-CC07-AB9AC1E9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F120A7A-7090-F39D-E34F-07523D3CC3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3320003"/>
            <a:ext cx="11430029" cy="117160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5AC4EAF-B4E7-E313-46C6-CD4180D788A4}"/>
              </a:ext>
            </a:extLst>
          </p:cNvPr>
          <p:cNvSpPr txBox="1"/>
          <p:nvPr/>
        </p:nvSpPr>
        <p:spPr>
          <a:xfrm>
            <a:off x="519785" y="1475613"/>
            <a:ext cx="11156950" cy="177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case,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if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any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occurs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suite,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suite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expires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4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</a:t>
            </a:r>
            <a:r>
              <a:rPr sz="2400" b="1" spc="5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control</a:t>
            </a:r>
            <a:r>
              <a:rPr sz="2400" b="1" spc="4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transfers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5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matching</a:t>
            </a:r>
            <a:r>
              <a:rPr sz="2400" b="1" spc="4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handler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following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try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suite.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Syntax: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954051C-D3AB-D72A-BB93-2B87CA36B301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21</a:t>
            </a:fld>
            <a:endParaRPr spc="-25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D937B0E-E6C3-9D38-CB14-F8A9D788E41D}"/>
              </a:ext>
            </a:extLst>
          </p:cNvPr>
          <p:cNvSpPr txBox="1"/>
          <p:nvPr/>
        </p:nvSpPr>
        <p:spPr>
          <a:xfrm>
            <a:off x="516917" y="3427195"/>
            <a:ext cx="11159690" cy="997068"/>
          </a:xfrm>
          <a:prstGeom prst="rect">
            <a:avLst/>
          </a:prstGeom>
          <a:solidFill>
            <a:srgbClr val="FFFFFF"/>
          </a:solidFill>
          <a:ln w="38100">
            <a:solidFill>
              <a:srgbClr val="F4B083"/>
            </a:solidFill>
          </a:ln>
        </p:spPr>
        <p:txBody>
          <a:bodyPr vert="horz" wrap="square" lIns="0" tIns="128905" rIns="0" bIns="0" rtlCol="0" anchor="t">
            <a:spAutoFit/>
          </a:bodyPr>
          <a:lstStyle>
            <a:defPPr>
              <a:defRPr kern="0"/>
            </a:defPPr>
          </a:lstStyle>
          <a:p>
            <a:pPr marL="700405" marR="8112125">
              <a:spcBef>
                <a:spcPts val="1015"/>
              </a:spcBef>
            </a:pP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try:</a:t>
            </a:r>
            <a:endParaRPr lang="en-US" sz="2400" dirty="0">
              <a:solidFill>
                <a:srgbClr val="000000"/>
              </a:solidFill>
              <a:latin typeface="Verdana"/>
              <a:cs typeface="Verdana"/>
            </a:endParaRPr>
          </a:p>
          <a:p>
            <a:pPr marL="700405" marR="8112125">
              <a:spcBef>
                <a:spcPts val="1015"/>
              </a:spcBef>
            </a:pPr>
            <a:r>
              <a:rPr lang="en-US" sz="2400" b="1" spc="-20" dirty="0">
                <a:solidFill>
                  <a:srgbClr val="767070"/>
                </a:solidFill>
                <a:latin typeface="Verdana"/>
                <a:cs typeface="Verdana"/>
              </a:rPr>
              <a:t> 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statement(s)</a:t>
            </a:r>
            <a:endParaRPr sz="2400" dirty="0"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14959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8E1DE-7008-C684-476E-358B31C5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C5AB73-0D4F-E389-5586-CF0E05194E4A}"/>
              </a:ext>
            </a:extLst>
          </p:cNvPr>
          <p:cNvSpPr txBox="1">
            <a:spLocks noGrp="1"/>
          </p:cNvSpPr>
          <p:nvPr/>
        </p:nvSpPr>
        <p:spPr>
          <a:xfrm>
            <a:off x="463092" y="751789"/>
            <a:ext cx="10147401" cy="1100709"/>
          </a:xfrm>
          <a:prstGeom prst="rect">
            <a:avLst/>
          </a:prstGeom>
        </p:spPr>
        <p:txBody>
          <a:bodyPr vert="horz" wrap="square" lIns="0" tIns="35120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2063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catch</a:t>
            </a:r>
            <a:r>
              <a:rPr spc="-50" dirty="0"/>
              <a:t> </a:t>
            </a:r>
            <a:r>
              <a:rPr spc="-10" dirty="0"/>
              <a:t>Statement: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DCB2A0A-A30C-685E-71C1-80F0B4637EEB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22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D42B548-B50A-F84F-743B-9F34FACE84A6}"/>
              </a:ext>
            </a:extLst>
          </p:cNvPr>
          <p:cNvSpPr txBox="1"/>
          <p:nvPr/>
        </p:nvSpPr>
        <p:spPr>
          <a:xfrm>
            <a:off x="657250" y="1883409"/>
            <a:ext cx="108807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Catch</a:t>
            </a:r>
            <a:r>
              <a:rPr sz="2400" b="1" spc="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blocks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take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one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argument</a:t>
            </a:r>
            <a:r>
              <a:rPr sz="2400" b="1" spc="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at</a:t>
            </a:r>
            <a:r>
              <a:rPr sz="2400" b="1" spc="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time,</a:t>
            </a:r>
            <a:r>
              <a:rPr sz="2400" b="1" spc="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type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of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likely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catch.</a:t>
            </a:r>
            <a:r>
              <a:rPr sz="24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These arguments may</a:t>
            </a:r>
            <a:r>
              <a:rPr sz="24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range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from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8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specific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type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exception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8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</a:t>
            </a:r>
            <a:r>
              <a:rPr sz="2400" b="1" spc="-8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varied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catch-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all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category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exceptions.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30914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6206-1B3B-948E-84E7-26C6214A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41288A95-EE72-14D2-6C39-9FA3FC0F25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1753788"/>
            <a:ext cx="11430029" cy="3227942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3FA8BC2-0279-407C-DB54-C2BB700E1166}"/>
              </a:ext>
            </a:extLst>
          </p:cNvPr>
          <p:cNvSpPr txBox="1">
            <a:spLocks noGrp="1"/>
          </p:cNvSpPr>
          <p:nvPr/>
        </p:nvSpPr>
        <p:spPr>
          <a:xfrm>
            <a:off x="519785" y="921511"/>
            <a:ext cx="1868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Example: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35BD8EB-4E28-210C-7CFF-97EBB2CA37BA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23</a:t>
            </a:fld>
            <a:endParaRPr spc="-25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6803810-856A-3C91-57F9-D40E0389946F}"/>
              </a:ext>
            </a:extLst>
          </p:cNvPr>
          <p:cNvSpPr txBox="1"/>
          <p:nvPr/>
        </p:nvSpPr>
        <p:spPr>
          <a:xfrm>
            <a:off x="557022" y="1757933"/>
            <a:ext cx="11079480" cy="3132909"/>
          </a:xfrm>
          <a:prstGeom prst="rect">
            <a:avLst/>
          </a:prstGeom>
          <a:solidFill>
            <a:srgbClr val="FFFFFF"/>
          </a:solidFill>
          <a:ln w="38100">
            <a:solidFill>
              <a:srgbClr val="FFE699"/>
            </a:solidFill>
          </a:ln>
        </p:spPr>
        <p:txBody>
          <a:bodyPr vert="horz" wrap="square" lIns="0" tIns="176530" rIns="0" bIns="0" rtlCol="0" anchor="t">
            <a:spAutoFit/>
          </a:bodyPr>
          <a:lstStyle>
            <a:defPPr>
              <a:defRPr kern="0"/>
            </a:defPPr>
          </a:lstStyle>
          <a:p>
            <a:pPr marL="276225">
              <a:lnSpc>
                <a:spcPct val="100000"/>
              </a:lnSpc>
              <a:spcBef>
                <a:spcPts val="1390"/>
              </a:spcBef>
            </a:pPr>
            <a:r>
              <a:rPr lang="en-US" sz="2400" b="1" spc="-25" dirty="0">
                <a:solidFill>
                  <a:srgbClr val="767070"/>
                </a:solidFill>
                <a:latin typeface="Verdana"/>
                <a:cs typeface="Verdana"/>
              </a:rPr>
              <a:t>try:</a:t>
            </a:r>
            <a:endParaRPr sz="2400" dirty="0">
              <a:latin typeface="Verdana"/>
              <a:cs typeface="Verdana"/>
            </a:endParaRPr>
          </a:p>
          <a:p>
            <a:pPr marL="276225"/>
            <a:r>
              <a:rPr lang="en-US" sz="2400" b="1" spc="-50" dirty="0">
                <a:solidFill>
                  <a:srgbClr val="767070"/>
                </a:solidFill>
                <a:latin typeface="Verdana"/>
                <a:ea typeface="Verdana"/>
                <a:cs typeface="Verdana"/>
              </a:rPr>
              <a:t> arr = [1,2,3]</a:t>
            </a:r>
            <a:endParaRPr lang="en-US" sz="2400" b="1" spc="-50" dirty="0">
              <a:solidFill>
                <a:srgbClr val="767070"/>
              </a:solidFill>
              <a:latin typeface="Verdana"/>
              <a:cs typeface="Verdana"/>
            </a:endParaRPr>
          </a:p>
          <a:p>
            <a:pPr marL="276225"/>
            <a:r>
              <a:rPr lang="en-US" sz="2400" b="1" spc="-50" dirty="0">
                <a:solidFill>
                  <a:srgbClr val="767070"/>
                </a:solidFill>
                <a:latin typeface="Verdana"/>
                <a:cs typeface="Verdana"/>
              </a:rPr>
              <a:t> print(arr[5]) #This raises IndexError</a:t>
            </a:r>
            <a:endParaRPr lang="en-US" sz="2400" b="1" spc="-50" dirty="0">
              <a:solidFill>
                <a:srgbClr val="767070"/>
              </a:solidFill>
              <a:latin typeface="Verdana"/>
              <a:ea typeface="Verdana"/>
              <a:cs typeface="Verdana"/>
            </a:endParaRPr>
          </a:p>
          <a:p>
            <a:pPr marL="276225"/>
            <a:r>
              <a:rPr lang="en-US" sz="2400" b="1" spc="-50" dirty="0">
                <a:solidFill>
                  <a:srgbClr val="767070"/>
                </a:solidFill>
                <a:latin typeface="Verdana"/>
                <a:ea typeface="Verdana"/>
                <a:cs typeface="Verdana"/>
              </a:rPr>
              <a:t>except IndexError as e:</a:t>
            </a:r>
            <a:endParaRPr lang="en-US" sz="2400" b="1" spc="-50" dirty="0">
              <a:solidFill>
                <a:srgbClr val="767070"/>
              </a:solidFill>
              <a:latin typeface="Verdana"/>
              <a:cs typeface="Verdana"/>
            </a:endParaRPr>
          </a:p>
          <a:p>
            <a:pPr marL="276225"/>
            <a:r>
              <a:rPr lang="en-US" sz="2400" b="1" spc="-50" dirty="0">
                <a:solidFill>
                  <a:srgbClr val="767070"/>
                </a:solidFill>
                <a:latin typeface="Verdana"/>
                <a:ea typeface="Verdana"/>
                <a:cs typeface="Verdana"/>
              </a:rPr>
              <a:t> print("Caught first:",e)</a:t>
            </a:r>
            <a:endParaRPr lang="en-US" sz="2400" b="1" spc="-50" dirty="0">
              <a:solidFill>
                <a:srgbClr val="767070"/>
              </a:solidFill>
              <a:latin typeface="Verdana"/>
              <a:cs typeface="Verdana"/>
            </a:endParaRPr>
          </a:p>
          <a:p>
            <a:pPr marL="276225"/>
            <a:r>
              <a:rPr lang="en-US" sz="2400" b="1" spc="-50" dirty="0">
                <a:solidFill>
                  <a:srgbClr val="767070"/>
                </a:solidFill>
                <a:latin typeface="Verdana"/>
                <a:ea typeface="Verdana"/>
                <a:cs typeface="Verdana"/>
              </a:rPr>
              <a:t>except IOError as e:</a:t>
            </a:r>
            <a:endParaRPr lang="en-US" sz="2400" b="1" spc="-50" dirty="0">
              <a:solidFill>
                <a:srgbClr val="767070"/>
              </a:solidFill>
              <a:latin typeface="Verdana"/>
              <a:cs typeface="Verdana"/>
            </a:endParaRPr>
          </a:p>
          <a:p>
            <a:pPr marL="276225"/>
            <a:r>
              <a:rPr lang="en-US" sz="2400" b="1" spc="-50" dirty="0">
                <a:solidFill>
                  <a:srgbClr val="767070"/>
                </a:solidFill>
                <a:latin typeface="Verdana"/>
                <a:cs typeface="Verdana"/>
              </a:rPr>
              <a:t> print("Caught second:",e)</a:t>
            </a:r>
            <a:endParaRPr lang="en-US" sz="2400" b="1" spc="-50" dirty="0">
              <a:solidFill>
                <a:srgbClr val="767070"/>
              </a:solidFill>
              <a:latin typeface="Verdana"/>
              <a:ea typeface="Verdana"/>
              <a:cs typeface="Verdana"/>
            </a:endParaRPr>
          </a:p>
          <a:p>
            <a:pPr marL="276225">
              <a:lnSpc>
                <a:spcPct val="100000"/>
              </a:lnSpc>
            </a:pPr>
            <a:r>
              <a:rPr sz="2400" b="1" spc="-50" dirty="0">
                <a:solidFill>
                  <a:srgbClr val="767070"/>
                </a:solidFill>
                <a:latin typeface="Verdana"/>
                <a:cs typeface="Verdana"/>
              </a:rPr>
              <a:t>}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45330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0BC7-C086-6410-99B4-91E87349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186CC3-E51F-B2A0-3D46-BE29A195D87E}"/>
              </a:ext>
            </a:extLst>
          </p:cNvPr>
          <p:cNvSpPr txBox="1">
            <a:spLocks noGrp="1"/>
          </p:cNvSpPr>
          <p:nvPr/>
        </p:nvSpPr>
        <p:spPr>
          <a:xfrm>
            <a:off x="463092" y="751789"/>
            <a:ext cx="10147401" cy="1100709"/>
          </a:xfrm>
          <a:prstGeom prst="rect">
            <a:avLst/>
          </a:prstGeom>
        </p:spPr>
        <p:txBody>
          <a:bodyPr vert="horz" wrap="square" lIns="0" tIns="458901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69215">
              <a:lnSpc>
                <a:spcPct val="100000"/>
              </a:lnSpc>
              <a:spcBef>
                <a:spcPts val="95"/>
              </a:spcBef>
            </a:pPr>
            <a:r>
              <a:rPr dirty="0"/>
              <a:t>Finally</a:t>
            </a:r>
            <a:r>
              <a:rPr spc="-65" dirty="0"/>
              <a:t> </a:t>
            </a:r>
            <a:r>
              <a:rPr spc="-10" dirty="0"/>
              <a:t>Block: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BDE9145-C737-56D4-42E6-71A20DB369A7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24</a:t>
            </a:fld>
            <a:endParaRPr spc="-25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0F105D9-57A0-48A3-6104-D2F0970BA3FE}"/>
              </a:ext>
            </a:extLst>
          </p:cNvPr>
          <p:cNvSpPr txBox="1"/>
          <p:nvPr/>
        </p:nvSpPr>
        <p:spPr>
          <a:xfrm>
            <a:off x="519785" y="1991359"/>
            <a:ext cx="1085088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Finally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block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always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executes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irrespective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4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4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exception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being</a:t>
            </a:r>
            <a:r>
              <a:rPr sz="2400" b="1" spc="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thrown</a:t>
            </a:r>
            <a:r>
              <a:rPr sz="2400" b="1" spc="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or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not.</a:t>
            </a:r>
            <a:r>
              <a:rPr sz="2400" b="1" spc="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final</a:t>
            </a:r>
            <a:r>
              <a:rPr sz="2400" b="1" spc="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keyword</a:t>
            </a:r>
            <a:r>
              <a:rPr sz="2400" b="1" spc="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allows</a:t>
            </a:r>
            <a:r>
              <a:rPr sz="2400" b="1" spc="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</a:t>
            </a:r>
            <a:r>
              <a:rPr sz="2400" b="1" spc="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block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code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follows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try-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catch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block.</a:t>
            </a:r>
            <a:endParaRPr sz="2400">
              <a:latin typeface="Verdana"/>
              <a:cs typeface="Verdana"/>
            </a:endParaRPr>
          </a:p>
          <a:p>
            <a:pPr marL="12700" marR="5715" algn="just">
              <a:lnSpc>
                <a:spcPct val="100000"/>
              </a:lnSpc>
              <a:spcBef>
                <a:spcPts val="288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Finally,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clause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optional.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intended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define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clean-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up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actions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should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executed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all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conditions.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25723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F9FB-9516-8BE1-83CE-D950E722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7512F2C-9CB4-8106-90BA-DFF718FBDA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61" y="1718256"/>
            <a:ext cx="11430029" cy="381949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64417F8-3976-50EB-3EA4-160188860B5D}"/>
              </a:ext>
            </a:extLst>
          </p:cNvPr>
          <p:cNvSpPr txBox="1"/>
          <p:nvPr/>
        </p:nvSpPr>
        <p:spPr>
          <a:xfrm>
            <a:off x="516917" y="1852741"/>
            <a:ext cx="11119585" cy="3538148"/>
          </a:xfrm>
          <a:prstGeom prst="rect">
            <a:avLst/>
          </a:prstGeom>
          <a:solidFill>
            <a:srgbClr val="FFFFFF"/>
          </a:solidFill>
          <a:ln w="38100">
            <a:solidFill>
              <a:srgbClr val="FFE699"/>
            </a:solidFill>
          </a:ln>
        </p:spPr>
        <p:txBody>
          <a:bodyPr vert="horz" wrap="square" lIns="0" tIns="212090" rIns="0" bIns="0" rtlCol="0" anchor="t">
            <a:spAutoFit/>
          </a:bodyPr>
          <a:lstStyle>
            <a:defPPr>
              <a:defRPr kern="0"/>
            </a:defPPr>
          </a:lstStyle>
          <a:p>
            <a:pPr>
              <a:lnSpc>
                <a:spcPct val="100000"/>
              </a:lnSpc>
              <a:spcBef>
                <a:spcPts val="1670"/>
              </a:spcBef>
            </a:pPr>
            <a:endParaRPr sz="2400">
              <a:latin typeface="Times New Roman"/>
              <a:cs typeface="Times New Roman"/>
            </a:endParaRPr>
          </a:p>
          <a:p>
            <a:pPr marL="598170">
              <a:lnSpc>
                <a:spcPct val="100000"/>
              </a:lnSpc>
            </a:pPr>
            <a:r>
              <a:rPr sz="2400" b="1" spc="-20" dirty="0">
                <a:solidFill>
                  <a:srgbClr val="767070"/>
                </a:solidFill>
                <a:latin typeface="Verdana"/>
                <a:cs typeface="Verdana"/>
              </a:rPr>
              <a:t>try:</a:t>
            </a:r>
            <a:endParaRPr sz="2400">
              <a:latin typeface="Verdana"/>
              <a:cs typeface="Verdana"/>
            </a:endParaRPr>
          </a:p>
          <a:p>
            <a:pPr marL="1016635">
              <a:lnSpc>
                <a:spcPct val="100000"/>
              </a:lnSpc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raise</a:t>
            </a:r>
            <a:r>
              <a:rPr sz="24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KeyboardInterrupt</a:t>
            </a:r>
            <a:endParaRPr sz="2400">
              <a:latin typeface="Verdana"/>
              <a:ea typeface="Verdana"/>
              <a:cs typeface="Verdana"/>
            </a:endParaRPr>
          </a:p>
          <a:p>
            <a:pPr marL="59817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finally:</a:t>
            </a:r>
            <a:endParaRPr sz="2400">
              <a:latin typeface="Verdana"/>
              <a:cs typeface="Verdana"/>
            </a:endParaRPr>
          </a:p>
          <a:p>
            <a:pPr marL="598170" marR="6090920" indent="418465"/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print</a:t>
            </a:r>
            <a:r>
              <a:rPr sz="2400" b="1" spc="-10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'welcome,</a:t>
            </a:r>
            <a:r>
              <a:rPr sz="24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world!' Output</a:t>
            </a:r>
            <a:endParaRPr sz="2400" dirty="0">
              <a:latin typeface="Verdana"/>
              <a:ea typeface="Verdana"/>
              <a:cs typeface="Verdana"/>
            </a:endParaRPr>
          </a:p>
          <a:p>
            <a:pPr marL="598170" marR="7252970">
              <a:lnSpc>
                <a:spcPct val="100000"/>
              </a:lnSpc>
            </a:pP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Welcome,</a:t>
            </a:r>
            <a:r>
              <a:rPr sz="2400" b="1" spc="-1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767070"/>
                </a:solidFill>
                <a:latin typeface="Verdana"/>
                <a:cs typeface="Verdana"/>
              </a:rPr>
              <a:t>world! KeyboardInterrupt</a:t>
            </a:r>
            <a:endParaRPr sz="240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598170" marR="7252970"/>
            <a:endParaRPr lang="en-US" sz="2400" b="1" spc="-10" dirty="0">
              <a:solidFill>
                <a:srgbClr val="76707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CE820F5-4285-EAA0-CF9A-A8840637298F}"/>
              </a:ext>
            </a:extLst>
          </p:cNvPr>
          <p:cNvSpPr txBox="1">
            <a:spLocks noGrp="1"/>
          </p:cNvSpPr>
          <p:nvPr/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25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7B327AB-C527-7755-7477-CDB2F9106DDA}"/>
              </a:ext>
            </a:extLst>
          </p:cNvPr>
          <p:cNvSpPr txBox="1">
            <a:spLocks noGrp="1"/>
          </p:cNvSpPr>
          <p:nvPr/>
        </p:nvSpPr>
        <p:spPr>
          <a:xfrm>
            <a:off x="519785" y="921511"/>
            <a:ext cx="1868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155482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1C77C93-B051-BBD1-65E2-AE0A691417B8}"/>
              </a:ext>
            </a:extLst>
          </p:cNvPr>
          <p:cNvSpPr txBox="1">
            <a:spLocks noGrp="1"/>
          </p:cNvSpPr>
          <p:nvPr/>
        </p:nvSpPr>
        <p:spPr>
          <a:xfrm>
            <a:off x="2978911" y="2911095"/>
            <a:ext cx="6229350" cy="84382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396365" marR="5080" indent="-1384300" algn="ctr">
              <a:spcBef>
                <a:spcPts val="100"/>
              </a:spcBef>
            </a:pPr>
            <a:r>
              <a:rPr lang="en-US" sz="5400" dirty="0">
                <a:solidFill>
                  <a:srgbClr val="1F3863"/>
                </a:solidFill>
              </a:rPr>
              <a:t>Thank You</a:t>
            </a:r>
            <a:endParaRPr lang="en-US" sz="5400" spc="-10" dirty="0">
              <a:solidFill>
                <a:srgbClr val="1F3863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9702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File &amp; Exception Handling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211</cp:revision>
  <dcterms:created xsi:type="dcterms:W3CDTF">2013-07-15T20:26:40Z</dcterms:created>
  <dcterms:modified xsi:type="dcterms:W3CDTF">2025-11-04T14:46:24Z</dcterms:modified>
</cp:coreProperties>
</file>
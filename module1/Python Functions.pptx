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5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80ED23-F239-409D-AD3D-56B54920FC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FC672B6-8899-4D0D-A356-D3CF21290EB6}">
      <dgm:prSet/>
      <dgm:spPr/>
      <dgm:t>
        <a:bodyPr/>
        <a:lstStyle/>
        <a:p>
          <a:r>
            <a:rPr lang="en-US"/>
            <a:t>Functions are essential for clean coding.</a:t>
          </a:r>
        </a:p>
      </dgm:t>
    </dgm:pt>
    <dgm:pt modelId="{523AFF46-DEFE-4C93-B671-84A986B7966F}" type="parTrans" cxnId="{C42C165A-8D49-4C96-9430-2C32C6E5B53C}">
      <dgm:prSet/>
      <dgm:spPr/>
      <dgm:t>
        <a:bodyPr/>
        <a:lstStyle/>
        <a:p>
          <a:endParaRPr lang="en-US"/>
        </a:p>
      </dgm:t>
    </dgm:pt>
    <dgm:pt modelId="{CA10092E-C5D8-4103-A3AC-5AFF940A003D}" type="sibTrans" cxnId="{C42C165A-8D49-4C96-9430-2C32C6E5B53C}">
      <dgm:prSet/>
      <dgm:spPr/>
      <dgm:t>
        <a:bodyPr/>
        <a:lstStyle/>
        <a:p>
          <a:endParaRPr lang="en-US"/>
        </a:p>
      </dgm:t>
    </dgm:pt>
    <dgm:pt modelId="{6B322F5F-70FF-421B-8B86-61229F9CB2D8}">
      <dgm:prSet/>
      <dgm:spPr/>
      <dgm:t>
        <a:bodyPr/>
        <a:lstStyle/>
        <a:p>
          <a:r>
            <a:rPr lang="en-US"/>
            <a:t>Enable structure and organization.</a:t>
          </a:r>
        </a:p>
      </dgm:t>
    </dgm:pt>
    <dgm:pt modelId="{7D4A2768-D49A-4188-93E6-EE232842704E}" type="parTrans" cxnId="{AA271C64-9DD0-4AF0-AAA8-C4EC5F67BD7D}">
      <dgm:prSet/>
      <dgm:spPr/>
      <dgm:t>
        <a:bodyPr/>
        <a:lstStyle/>
        <a:p>
          <a:endParaRPr lang="en-US"/>
        </a:p>
      </dgm:t>
    </dgm:pt>
    <dgm:pt modelId="{8C32DD95-807C-4A65-8DAB-4200EA162C32}" type="sibTrans" cxnId="{AA271C64-9DD0-4AF0-AAA8-C4EC5F67BD7D}">
      <dgm:prSet/>
      <dgm:spPr/>
      <dgm:t>
        <a:bodyPr/>
        <a:lstStyle/>
        <a:p>
          <a:endParaRPr lang="en-US"/>
        </a:p>
      </dgm:t>
    </dgm:pt>
    <dgm:pt modelId="{804FE02D-D0BA-4C24-BD8F-8D7F7A9D3530}">
      <dgm:prSet/>
      <dgm:spPr/>
      <dgm:t>
        <a:bodyPr/>
        <a:lstStyle/>
        <a:p>
          <a:r>
            <a:rPr lang="en-US"/>
            <a:t>Form the foundation of Python programming.</a:t>
          </a:r>
        </a:p>
      </dgm:t>
    </dgm:pt>
    <dgm:pt modelId="{43C2353B-6739-4D41-97E5-2239D6C99B60}" type="parTrans" cxnId="{696530D0-AB6C-4FBA-AF82-BF915D18D8DB}">
      <dgm:prSet/>
      <dgm:spPr/>
      <dgm:t>
        <a:bodyPr/>
        <a:lstStyle/>
        <a:p>
          <a:endParaRPr lang="en-US"/>
        </a:p>
      </dgm:t>
    </dgm:pt>
    <dgm:pt modelId="{FD90DD3B-0EB4-43DA-A23A-0F62DFD408DC}" type="sibTrans" cxnId="{696530D0-AB6C-4FBA-AF82-BF915D18D8DB}">
      <dgm:prSet/>
      <dgm:spPr/>
      <dgm:t>
        <a:bodyPr/>
        <a:lstStyle/>
        <a:p>
          <a:endParaRPr lang="en-US"/>
        </a:p>
      </dgm:t>
    </dgm:pt>
    <dgm:pt modelId="{0085EB16-7E26-4769-968B-10C846566A96}" type="pres">
      <dgm:prSet presAssocID="{2F80ED23-F239-409D-AD3D-56B54920FC72}" presName="root" presStyleCnt="0">
        <dgm:presLayoutVars>
          <dgm:dir/>
          <dgm:resizeHandles val="exact"/>
        </dgm:presLayoutVars>
      </dgm:prSet>
      <dgm:spPr/>
    </dgm:pt>
    <dgm:pt modelId="{CBF116F8-2C5F-492F-8084-F135CE6BE692}" type="pres">
      <dgm:prSet presAssocID="{4FC672B6-8899-4D0D-A356-D3CF21290EB6}" presName="compNode" presStyleCnt="0"/>
      <dgm:spPr/>
    </dgm:pt>
    <dgm:pt modelId="{D24E4459-1AB1-4AA5-A451-61E361905A9A}" type="pres">
      <dgm:prSet presAssocID="{4FC672B6-8899-4D0D-A356-D3CF21290EB6}" presName="bgRect" presStyleLbl="bgShp" presStyleIdx="0" presStyleCnt="3"/>
      <dgm:spPr/>
    </dgm:pt>
    <dgm:pt modelId="{CBA92596-D780-40B3-98B0-686EF03C138C}" type="pres">
      <dgm:prSet presAssocID="{4FC672B6-8899-4D0D-A356-D3CF21290E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DEA57085-BF04-4A51-A121-AC17735F59F5}" type="pres">
      <dgm:prSet presAssocID="{4FC672B6-8899-4D0D-A356-D3CF21290EB6}" presName="spaceRect" presStyleCnt="0"/>
      <dgm:spPr/>
    </dgm:pt>
    <dgm:pt modelId="{2E816CDC-185D-4C17-9304-34EE2ABE745E}" type="pres">
      <dgm:prSet presAssocID="{4FC672B6-8899-4D0D-A356-D3CF21290EB6}" presName="parTx" presStyleLbl="revTx" presStyleIdx="0" presStyleCnt="3">
        <dgm:presLayoutVars>
          <dgm:chMax val="0"/>
          <dgm:chPref val="0"/>
        </dgm:presLayoutVars>
      </dgm:prSet>
      <dgm:spPr/>
    </dgm:pt>
    <dgm:pt modelId="{861C6BCE-7DAE-491F-B3A5-92D0E4D6D959}" type="pres">
      <dgm:prSet presAssocID="{CA10092E-C5D8-4103-A3AC-5AFF940A003D}" presName="sibTrans" presStyleCnt="0"/>
      <dgm:spPr/>
    </dgm:pt>
    <dgm:pt modelId="{203D2E0A-2CDE-4FD2-9E23-90BE67B395BC}" type="pres">
      <dgm:prSet presAssocID="{6B322F5F-70FF-421B-8B86-61229F9CB2D8}" presName="compNode" presStyleCnt="0"/>
      <dgm:spPr/>
    </dgm:pt>
    <dgm:pt modelId="{4F6EB7BA-7143-46A6-93F6-1CBBC56C0F0A}" type="pres">
      <dgm:prSet presAssocID="{6B322F5F-70FF-421B-8B86-61229F9CB2D8}" presName="bgRect" presStyleLbl="bgShp" presStyleIdx="1" presStyleCnt="3"/>
      <dgm:spPr/>
    </dgm:pt>
    <dgm:pt modelId="{CF782217-C53E-45FA-A9C6-9A56C37E60B1}" type="pres">
      <dgm:prSet presAssocID="{6B322F5F-70FF-421B-8B86-61229F9CB2D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6BF2470-03AA-448D-BBBF-5BD1E03EBD4B}" type="pres">
      <dgm:prSet presAssocID="{6B322F5F-70FF-421B-8B86-61229F9CB2D8}" presName="spaceRect" presStyleCnt="0"/>
      <dgm:spPr/>
    </dgm:pt>
    <dgm:pt modelId="{AB5A604F-54B7-441A-AD72-458C7A1FC52A}" type="pres">
      <dgm:prSet presAssocID="{6B322F5F-70FF-421B-8B86-61229F9CB2D8}" presName="parTx" presStyleLbl="revTx" presStyleIdx="1" presStyleCnt="3">
        <dgm:presLayoutVars>
          <dgm:chMax val="0"/>
          <dgm:chPref val="0"/>
        </dgm:presLayoutVars>
      </dgm:prSet>
      <dgm:spPr/>
    </dgm:pt>
    <dgm:pt modelId="{07A79186-B127-460D-89F1-0802C73D6C0A}" type="pres">
      <dgm:prSet presAssocID="{8C32DD95-807C-4A65-8DAB-4200EA162C32}" presName="sibTrans" presStyleCnt="0"/>
      <dgm:spPr/>
    </dgm:pt>
    <dgm:pt modelId="{E25C41E9-802B-4307-AE8E-264D96EC6942}" type="pres">
      <dgm:prSet presAssocID="{804FE02D-D0BA-4C24-BD8F-8D7F7A9D3530}" presName="compNode" presStyleCnt="0"/>
      <dgm:spPr/>
    </dgm:pt>
    <dgm:pt modelId="{EAE048AA-1BB4-4403-99CF-E2ED94E43B3E}" type="pres">
      <dgm:prSet presAssocID="{804FE02D-D0BA-4C24-BD8F-8D7F7A9D3530}" presName="bgRect" presStyleLbl="bgShp" presStyleIdx="2" presStyleCnt="3"/>
      <dgm:spPr/>
    </dgm:pt>
    <dgm:pt modelId="{618D014C-FDE2-46EB-8129-6E31BFB217E0}" type="pres">
      <dgm:prSet presAssocID="{804FE02D-D0BA-4C24-BD8F-8D7F7A9D35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0BEA301-EF82-4939-9A06-9F741B686D18}" type="pres">
      <dgm:prSet presAssocID="{804FE02D-D0BA-4C24-BD8F-8D7F7A9D3530}" presName="spaceRect" presStyleCnt="0"/>
      <dgm:spPr/>
    </dgm:pt>
    <dgm:pt modelId="{ACDD9F23-10DF-4367-B937-61B0355BF1C1}" type="pres">
      <dgm:prSet presAssocID="{804FE02D-D0BA-4C24-BD8F-8D7F7A9D35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6813B2E-EB37-430F-A23D-BF4FF2718153}" type="presOf" srcId="{2F80ED23-F239-409D-AD3D-56B54920FC72}" destId="{0085EB16-7E26-4769-968B-10C846566A96}" srcOrd="0" destOrd="0" presId="urn:microsoft.com/office/officeart/2018/2/layout/IconVerticalSolidList"/>
    <dgm:cxn modelId="{AA271C64-9DD0-4AF0-AAA8-C4EC5F67BD7D}" srcId="{2F80ED23-F239-409D-AD3D-56B54920FC72}" destId="{6B322F5F-70FF-421B-8B86-61229F9CB2D8}" srcOrd="1" destOrd="0" parTransId="{7D4A2768-D49A-4188-93E6-EE232842704E}" sibTransId="{8C32DD95-807C-4A65-8DAB-4200EA162C32}"/>
    <dgm:cxn modelId="{312B6A4C-549B-4847-B32E-0485EF9BF029}" type="presOf" srcId="{804FE02D-D0BA-4C24-BD8F-8D7F7A9D3530}" destId="{ACDD9F23-10DF-4367-B937-61B0355BF1C1}" srcOrd="0" destOrd="0" presId="urn:microsoft.com/office/officeart/2018/2/layout/IconVerticalSolidList"/>
    <dgm:cxn modelId="{C42C165A-8D49-4C96-9430-2C32C6E5B53C}" srcId="{2F80ED23-F239-409D-AD3D-56B54920FC72}" destId="{4FC672B6-8899-4D0D-A356-D3CF21290EB6}" srcOrd="0" destOrd="0" parTransId="{523AFF46-DEFE-4C93-B671-84A986B7966F}" sibTransId="{CA10092E-C5D8-4103-A3AC-5AFF940A003D}"/>
    <dgm:cxn modelId="{B920C45A-6A29-4E3E-AF47-F48132024A37}" type="presOf" srcId="{4FC672B6-8899-4D0D-A356-D3CF21290EB6}" destId="{2E816CDC-185D-4C17-9304-34EE2ABE745E}" srcOrd="0" destOrd="0" presId="urn:microsoft.com/office/officeart/2018/2/layout/IconVerticalSolidList"/>
    <dgm:cxn modelId="{696530D0-AB6C-4FBA-AF82-BF915D18D8DB}" srcId="{2F80ED23-F239-409D-AD3D-56B54920FC72}" destId="{804FE02D-D0BA-4C24-BD8F-8D7F7A9D3530}" srcOrd="2" destOrd="0" parTransId="{43C2353B-6739-4D41-97E5-2239D6C99B60}" sibTransId="{FD90DD3B-0EB4-43DA-A23A-0F62DFD408DC}"/>
    <dgm:cxn modelId="{D1AD93FE-B5D4-470A-A488-31CAD2614D16}" type="presOf" srcId="{6B322F5F-70FF-421B-8B86-61229F9CB2D8}" destId="{AB5A604F-54B7-441A-AD72-458C7A1FC52A}" srcOrd="0" destOrd="0" presId="urn:microsoft.com/office/officeart/2018/2/layout/IconVerticalSolidList"/>
    <dgm:cxn modelId="{570B6ED5-562D-4D15-A430-451BB4254041}" type="presParOf" srcId="{0085EB16-7E26-4769-968B-10C846566A96}" destId="{CBF116F8-2C5F-492F-8084-F135CE6BE692}" srcOrd="0" destOrd="0" presId="urn:microsoft.com/office/officeart/2018/2/layout/IconVerticalSolidList"/>
    <dgm:cxn modelId="{579D246C-9E8B-47F3-8F1F-46AC1EC0902D}" type="presParOf" srcId="{CBF116F8-2C5F-492F-8084-F135CE6BE692}" destId="{D24E4459-1AB1-4AA5-A451-61E361905A9A}" srcOrd="0" destOrd="0" presId="urn:microsoft.com/office/officeart/2018/2/layout/IconVerticalSolidList"/>
    <dgm:cxn modelId="{5C02685A-5CF7-430F-B335-6A540EA4C0F1}" type="presParOf" srcId="{CBF116F8-2C5F-492F-8084-F135CE6BE692}" destId="{CBA92596-D780-40B3-98B0-686EF03C138C}" srcOrd="1" destOrd="0" presId="urn:microsoft.com/office/officeart/2018/2/layout/IconVerticalSolidList"/>
    <dgm:cxn modelId="{D0DC008F-D0B6-4B88-A7D8-60146F34072E}" type="presParOf" srcId="{CBF116F8-2C5F-492F-8084-F135CE6BE692}" destId="{DEA57085-BF04-4A51-A121-AC17735F59F5}" srcOrd="2" destOrd="0" presId="urn:microsoft.com/office/officeart/2018/2/layout/IconVerticalSolidList"/>
    <dgm:cxn modelId="{D1873D32-CF10-49C6-B566-7A4A275DC495}" type="presParOf" srcId="{CBF116F8-2C5F-492F-8084-F135CE6BE692}" destId="{2E816CDC-185D-4C17-9304-34EE2ABE745E}" srcOrd="3" destOrd="0" presId="urn:microsoft.com/office/officeart/2018/2/layout/IconVerticalSolidList"/>
    <dgm:cxn modelId="{6EA6CBC7-D035-48D5-81EB-82DA9605A75F}" type="presParOf" srcId="{0085EB16-7E26-4769-968B-10C846566A96}" destId="{861C6BCE-7DAE-491F-B3A5-92D0E4D6D959}" srcOrd="1" destOrd="0" presId="urn:microsoft.com/office/officeart/2018/2/layout/IconVerticalSolidList"/>
    <dgm:cxn modelId="{713E52D0-B2DF-4D2F-B504-F33BC891280E}" type="presParOf" srcId="{0085EB16-7E26-4769-968B-10C846566A96}" destId="{203D2E0A-2CDE-4FD2-9E23-90BE67B395BC}" srcOrd="2" destOrd="0" presId="urn:microsoft.com/office/officeart/2018/2/layout/IconVerticalSolidList"/>
    <dgm:cxn modelId="{6B45C2B2-E619-403B-B214-5F76CD7C741C}" type="presParOf" srcId="{203D2E0A-2CDE-4FD2-9E23-90BE67B395BC}" destId="{4F6EB7BA-7143-46A6-93F6-1CBBC56C0F0A}" srcOrd="0" destOrd="0" presId="urn:microsoft.com/office/officeart/2018/2/layout/IconVerticalSolidList"/>
    <dgm:cxn modelId="{4B21B0B6-789F-44EB-886D-2C047DB8B8AB}" type="presParOf" srcId="{203D2E0A-2CDE-4FD2-9E23-90BE67B395BC}" destId="{CF782217-C53E-45FA-A9C6-9A56C37E60B1}" srcOrd="1" destOrd="0" presId="urn:microsoft.com/office/officeart/2018/2/layout/IconVerticalSolidList"/>
    <dgm:cxn modelId="{500B24B9-5913-48AF-8D65-AED49A130BD6}" type="presParOf" srcId="{203D2E0A-2CDE-4FD2-9E23-90BE67B395BC}" destId="{66BF2470-03AA-448D-BBBF-5BD1E03EBD4B}" srcOrd="2" destOrd="0" presId="urn:microsoft.com/office/officeart/2018/2/layout/IconVerticalSolidList"/>
    <dgm:cxn modelId="{97AF647F-504A-4EE0-8858-DE652DCB0533}" type="presParOf" srcId="{203D2E0A-2CDE-4FD2-9E23-90BE67B395BC}" destId="{AB5A604F-54B7-441A-AD72-458C7A1FC52A}" srcOrd="3" destOrd="0" presId="urn:microsoft.com/office/officeart/2018/2/layout/IconVerticalSolidList"/>
    <dgm:cxn modelId="{D5C39D72-E23D-4AF3-8584-C9F392B9237A}" type="presParOf" srcId="{0085EB16-7E26-4769-968B-10C846566A96}" destId="{07A79186-B127-460D-89F1-0802C73D6C0A}" srcOrd="3" destOrd="0" presId="urn:microsoft.com/office/officeart/2018/2/layout/IconVerticalSolidList"/>
    <dgm:cxn modelId="{FD8B5EEB-79F9-4857-B73C-79C8ECF3DF72}" type="presParOf" srcId="{0085EB16-7E26-4769-968B-10C846566A96}" destId="{E25C41E9-802B-4307-AE8E-264D96EC6942}" srcOrd="4" destOrd="0" presId="urn:microsoft.com/office/officeart/2018/2/layout/IconVerticalSolidList"/>
    <dgm:cxn modelId="{B5D41D67-72B3-4774-9CEC-849610A94495}" type="presParOf" srcId="{E25C41E9-802B-4307-AE8E-264D96EC6942}" destId="{EAE048AA-1BB4-4403-99CF-E2ED94E43B3E}" srcOrd="0" destOrd="0" presId="urn:microsoft.com/office/officeart/2018/2/layout/IconVerticalSolidList"/>
    <dgm:cxn modelId="{03D008B1-3D86-4B19-9606-066EC957E69C}" type="presParOf" srcId="{E25C41E9-802B-4307-AE8E-264D96EC6942}" destId="{618D014C-FDE2-46EB-8129-6E31BFB217E0}" srcOrd="1" destOrd="0" presId="urn:microsoft.com/office/officeart/2018/2/layout/IconVerticalSolidList"/>
    <dgm:cxn modelId="{D5319F0D-0D25-482A-87D8-10FBC183D9A1}" type="presParOf" srcId="{E25C41E9-802B-4307-AE8E-264D96EC6942}" destId="{C0BEA301-EF82-4939-9A06-9F741B686D18}" srcOrd="2" destOrd="0" presId="urn:microsoft.com/office/officeart/2018/2/layout/IconVerticalSolidList"/>
    <dgm:cxn modelId="{49D09E2C-1EFD-4765-8B9D-2C13CDD12471}" type="presParOf" srcId="{E25C41E9-802B-4307-AE8E-264D96EC6942}" destId="{ACDD9F23-10DF-4367-B937-61B0355BF1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4E4459-1AB1-4AA5-A451-61E361905A9A}">
      <dsp:nvSpPr>
        <dsp:cNvPr id="0" name=""/>
        <dsp:cNvSpPr/>
      </dsp:nvSpPr>
      <dsp:spPr>
        <a:xfrm>
          <a:off x="0" y="640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92596-D780-40B3-98B0-686EF03C138C}">
      <dsp:nvSpPr>
        <dsp:cNvPr id="0" name=""/>
        <dsp:cNvSpPr/>
      </dsp:nvSpPr>
      <dsp:spPr>
        <a:xfrm>
          <a:off x="453352" y="337845"/>
          <a:ext cx="824278" cy="824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16CDC-185D-4C17-9304-34EE2ABE745E}">
      <dsp:nvSpPr>
        <dsp:cNvPr id="0" name=""/>
        <dsp:cNvSpPr/>
      </dsp:nvSpPr>
      <dsp:spPr>
        <a:xfrm>
          <a:off x="1730984" y="640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Functions are essential for clean coding.</a:t>
          </a:r>
        </a:p>
      </dsp:txBody>
      <dsp:txXfrm>
        <a:off x="1730984" y="640"/>
        <a:ext cx="3062471" cy="1498687"/>
      </dsp:txXfrm>
    </dsp:sp>
    <dsp:sp modelId="{4F6EB7BA-7143-46A6-93F6-1CBBC56C0F0A}">
      <dsp:nvSpPr>
        <dsp:cNvPr id="0" name=""/>
        <dsp:cNvSpPr/>
      </dsp:nvSpPr>
      <dsp:spPr>
        <a:xfrm>
          <a:off x="0" y="187399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782217-C53E-45FA-A9C6-9A56C37E60B1}">
      <dsp:nvSpPr>
        <dsp:cNvPr id="0" name=""/>
        <dsp:cNvSpPr/>
      </dsp:nvSpPr>
      <dsp:spPr>
        <a:xfrm>
          <a:off x="453352" y="2211204"/>
          <a:ext cx="824278" cy="824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A604F-54B7-441A-AD72-458C7A1FC52A}">
      <dsp:nvSpPr>
        <dsp:cNvPr id="0" name=""/>
        <dsp:cNvSpPr/>
      </dsp:nvSpPr>
      <dsp:spPr>
        <a:xfrm>
          <a:off x="1730984" y="187399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Enable structure and organization.</a:t>
          </a:r>
        </a:p>
      </dsp:txBody>
      <dsp:txXfrm>
        <a:off x="1730984" y="1873999"/>
        <a:ext cx="3062471" cy="1498687"/>
      </dsp:txXfrm>
    </dsp:sp>
    <dsp:sp modelId="{EAE048AA-1BB4-4403-99CF-E2ED94E43B3E}">
      <dsp:nvSpPr>
        <dsp:cNvPr id="0" name=""/>
        <dsp:cNvSpPr/>
      </dsp:nvSpPr>
      <dsp:spPr>
        <a:xfrm>
          <a:off x="0" y="3747359"/>
          <a:ext cx="4793456" cy="14986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8D014C-FDE2-46EB-8129-6E31BFB217E0}">
      <dsp:nvSpPr>
        <dsp:cNvPr id="0" name=""/>
        <dsp:cNvSpPr/>
      </dsp:nvSpPr>
      <dsp:spPr>
        <a:xfrm>
          <a:off x="453352" y="4084563"/>
          <a:ext cx="824278" cy="824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D9F23-10DF-4367-B937-61B0355BF1C1}">
      <dsp:nvSpPr>
        <dsp:cNvPr id="0" name=""/>
        <dsp:cNvSpPr/>
      </dsp:nvSpPr>
      <dsp:spPr>
        <a:xfrm>
          <a:off x="1730984" y="3747359"/>
          <a:ext cx="3062471" cy="1498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11" tIns="158611" rIns="158611" bIns="15861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Form the foundation of Python programming.</a:t>
          </a:r>
        </a:p>
      </dsp:txBody>
      <dsp:txXfrm>
        <a:off x="1730984" y="3747359"/>
        <a:ext cx="3062471" cy="1498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64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6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2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82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7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1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4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3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2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37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20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89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18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89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35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2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2800">
                <a:solidFill>
                  <a:schemeClr val="tx1"/>
                </a:solidFill>
              </a:rPr>
              <a:t>Introduction to Functions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A function is a block of reusable code.</a:t>
            </a:r>
          </a:p>
          <a:p>
            <a:r>
              <a:rPr lang="en-US">
                <a:solidFill>
                  <a:schemeClr val="tx1"/>
                </a:solidFill>
              </a:rPr>
              <a:t>Helps make code modular and readable.</a:t>
            </a:r>
          </a:p>
          <a:p>
            <a:r>
              <a:rPr lang="en-US">
                <a:solidFill>
                  <a:schemeClr val="tx1"/>
                </a:solidFill>
              </a:rPr>
              <a:t>Basic syntax: def function_name():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Built-in vs User-defined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Built-in: print(), len(), max(), etc.</a:t>
            </a:r>
          </a:p>
          <a:p>
            <a:r>
              <a:rPr lang="en-US" sz="1700"/>
              <a:t>User-defined: functions created using def.</a:t>
            </a:r>
          </a:p>
          <a:p>
            <a:r>
              <a:rPr lang="en-US" sz="1700"/>
              <a:t>Both help reduce code repetition.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2800">
                <a:solidFill>
                  <a:schemeClr val="tx1"/>
                </a:solidFill>
              </a:rPr>
              <a:t>Defining a Function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Use the def keyword.</a:t>
            </a:r>
          </a:p>
          <a:p>
            <a:r>
              <a:rPr lang="en-US">
                <a:solidFill>
                  <a:schemeClr val="tx1"/>
                </a:solidFill>
              </a:rPr>
              <a:t>Functions may accept parameters.</a:t>
            </a:r>
          </a:p>
          <a:p>
            <a:r>
              <a:rPr lang="en-US">
                <a:solidFill>
                  <a:schemeClr val="tx1"/>
                </a:solidFill>
              </a:rPr>
              <a:t>Functions may return values.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Example: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def multiply(x, y):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    return x * 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Calling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Functions are executed when called.</a:t>
            </a:r>
          </a:p>
          <a:p>
            <a:r>
              <a:rPr lang="en-US" sz="1700"/>
              <a:t>Arguments are passed inside parentheses.</a:t>
            </a:r>
          </a:p>
          <a:p>
            <a:r>
              <a:rPr lang="en-US" sz="1700"/>
              <a:t>Return values can be stored.</a:t>
            </a:r>
            <a:br>
              <a:rPr lang="en-US" sz="1700"/>
            </a:br>
            <a:r>
              <a:rPr lang="en-US" sz="1700"/>
              <a:t>result = multiply(4, 5)</a:t>
            </a:r>
            <a:br>
              <a:rPr lang="en-US" sz="1700"/>
            </a:br>
            <a:r>
              <a:rPr lang="en-US" sz="1700"/>
              <a:t>print(result)  #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2800">
                <a:solidFill>
                  <a:schemeClr val="tx1"/>
                </a:solidFill>
              </a:rPr>
              <a:t>Arguments in Functions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Positional arguments: order matters.</a:t>
            </a:r>
          </a:p>
          <a:p>
            <a:r>
              <a:rPr lang="en-US">
                <a:solidFill>
                  <a:schemeClr val="tx1"/>
                </a:solidFill>
              </a:rPr>
              <a:t>Keyword arguments: name=value.</a:t>
            </a:r>
          </a:p>
          <a:p>
            <a:r>
              <a:rPr lang="en-US">
                <a:solidFill>
                  <a:schemeClr val="tx1"/>
                </a:solidFill>
              </a:rPr>
              <a:t>Default parameters: set default values.</a:t>
            </a: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def greet(name='User'):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    print('Hello', name)</a:t>
            </a: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greet('Saurav')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greet()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*args and **kwargs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*args allows variable-length positional arguments.</a:t>
            </a:r>
          </a:p>
          <a:p>
            <a:r>
              <a:rPr lang="en-US" sz="1700"/>
              <a:t>**kwargs allows variable-length keyword arguments.</a:t>
            </a:r>
          </a:p>
          <a:p>
            <a:r>
              <a:rPr lang="en-US" sz="1700"/>
              <a:t>Useful for flexible functions.</a:t>
            </a:r>
          </a:p>
          <a:p>
            <a:r>
              <a:rPr lang="en-US" sz="1700"/>
              <a:t>Example:</a:t>
            </a:r>
            <a:br>
              <a:rPr lang="en-US" sz="1700"/>
            </a:br>
            <a:br>
              <a:rPr lang="en-US" sz="1700"/>
            </a:br>
            <a:r>
              <a:rPr lang="en-US" sz="1700"/>
              <a:t>def demo(*args, **kwarg):</a:t>
            </a:r>
            <a:br>
              <a:rPr lang="en-US" sz="1700"/>
            </a:br>
            <a:r>
              <a:rPr lang="en-US" sz="1700"/>
              <a:t>    print(args)</a:t>
            </a:r>
            <a:br>
              <a:rPr lang="en-US" sz="1700"/>
            </a:br>
            <a:r>
              <a:rPr lang="en-US" sz="1700"/>
              <a:t>    print(kwargs)</a:t>
            </a:r>
            <a:br>
              <a:rPr lang="en-US" sz="1700"/>
            </a:br>
            <a:br>
              <a:rPr lang="en-US" sz="1700"/>
            </a:br>
            <a:r>
              <a:rPr lang="en-US" sz="1700"/>
              <a:t>demo(1, 2, 3, name='Saurav')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2800">
                <a:solidFill>
                  <a:schemeClr val="tx1"/>
                </a:solidFill>
              </a:rPr>
              <a:t>Variable Scope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Local variables exist inside functions.</a:t>
            </a:r>
          </a:p>
          <a:p>
            <a:r>
              <a:rPr lang="en-US">
                <a:solidFill>
                  <a:schemeClr val="tx1"/>
                </a:solidFill>
              </a:rPr>
              <a:t>Global variables exist outside functions.</a:t>
            </a:r>
          </a:p>
          <a:p>
            <a:r>
              <a:rPr lang="en-US">
                <a:solidFill>
                  <a:schemeClr val="tx1"/>
                </a:solidFill>
              </a:rPr>
              <a:t>x = 10  # Global</a:t>
            </a: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def fun():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    x = 5  # Local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    print(x)</a:t>
            </a:r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fun()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print(x)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Lambda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Anonymous small functions.</a:t>
            </a:r>
          </a:p>
          <a:p>
            <a:r>
              <a:rPr lang="en-US" sz="1700"/>
              <a:t>Used for short, one-line operations.</a:t>
            </a:r>
          </a:p>
          <a:p>
            <a:r>
              <a:rPr lang="en-US" sz="1700"/>
              <a:t>Often used with map(), filter(), reduce().</a:t>
            </a:r>
          </a:p>
          <a:p>
            <a:r>
              <a:rPr lang="en-US" sz="1700"/>
              <a:t>Example:</a:t>
            </a:r>
            <a:br>
              <a:rPr lang="en-US" sz="1700"/>
            </a:br>
            <a:r>
              <a:rPr lang="en-US" sz="1700"/>
              <a:t>double = lambda x: x * 2</a:t>
            </a:r>
            <a:br>
              <a:rPr lang="en-US" sz="1700"/>
            </a:br>
            <a:r>
              <a:rPr lang="en-US" sz="1700"/>
              <a:t>print(double(4))  #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2600">
                <a:solidFill>
                  <a:schemeClr val="tx1"/>
                </a:solidFill>
              </a:rPr>
              <a:t>Advantages of Functions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Promotes code reuse.</a:t>
            </a:r>
          </a:p>
          <a:p>
            <a:r>
              <a:rPr lang="en-US">
                <a:solidFill>
                  <a:schemeClr val="tx1"/>
                </a:solidFill>
              </a:rPr>
              <a:t>Makes code modular and readable.</a:t>
            </a:r>
          </a:p>
          <a:p>
            <a:r>
              <a:rPr lang="en-US">
                <a:solidFill>
                  <a:schemeClr val="tx1"/>
                </a:solidFill>
              </a:rPr>
              <a:t>Improves debugging and testing.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34DF77-27A8-8EA4-B589-4D9F2D175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33467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</TotalTime>
  <Words>363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Introduction to Functions</vt:lpstr>
      <vt:lpstr>Built-in vs User-defined Functions</vt:lpstr>
      <vt:lpstr>Defining a Function</vt:lpstr>
      <vt:lpstr>Calling a Function</vt:lpstr>
      <vt:lpstr>Arguments in Functions</vt:lpstr>
      <vt:lpstr>*args and **kwargs</vt:lpstr>
      <vt:lpstr>Variable Scope</vt:lpstr>
      <vt:lpstr>Lambda Functions</vt:lpstr>
      <vt:lpstr>Advantages of Functions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saurav patel</dc:creator>
  <cp:keywords/>
  <dc:description>generated using python-pptx</dc:description>
  <cp:lastModifiedBy>Saurav Patel</cp:lastModifiedBy>
  <cp:revision>2</cp:revision>
  <dcterms:created xsi:type="dcterms:W3CDTF">2013-01-27T09:14:16Z</dcterms:created>
  <dcterms:modified xsi:type="dcterms:W3CDTF">2025-11-18T10:01:58Z</dcterms:modified>
  <cp:category/>
</cp:coreProperties>
</file>